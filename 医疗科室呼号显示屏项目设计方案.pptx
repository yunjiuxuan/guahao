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4.svg" ContentType="image/svg+xml"/>
  <Override PartName="/ppt/media/image5.svg" ContentType="image/svg+xml"/>
  <Override PartName="/ppt/media/image54.svg" ContentType="image/svg+xml"/>
  <Override PartName="/ppt/media/image56.svg" ContentType="image/svg+xml"/>
  <Override PartName="/ppt/media/image58.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Lst>
  <p:notesMasterIdLst>
    <p:notesMasterId r:id="rId13"/>
  </p:notesMasterIdLst>
  <p:sldIdLst>
    <p:sldId id="256" r:id="rId12"/>
    <p:sldId id="257" r:id="rId14"/>
    <p:sldId id="259" r:id="rId15"/>
    <p:sldId id="260" r:id="rId16"/>
    <p:sldId id="261" r:id="rId17"/>
    <p:sldId id="262" r:id="rId18"/>
    <p:sldId id="263" r:id="rId19"/>
    <p:sldId id="264" r:id="rId20"/>
    <p:sldId id="277" r:id="rId21"/>
    <p:sldId id="278" r:id="rId22"/>
    <p:sldId id="280" r:id="rId23"/>
    <p:sldId id="279" r:id="rId24"/>
    <p:sldId id="281" r:id="rId25"/>
    <p:sldId id="282" r:id="rId26"/>
    <p:sldId id="283" r:id="rId27"/>
    <p:sldId id="284" r:id="rId28"/>
    <p:sldId id="276"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8"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9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大家好，欢迎观看本次关于“医疗科室呼号显示屏项目”的设计方案汇报。这份方案将详细介绍我们为解决医院门诊排队问题所设计的软硬件方案、测试标准及成本预算。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本次汇报将分为七个部分，首先是项目的引言，介绍背景与目标；接着会详细阐述软件和硬件的设计要求；然后是外观设计、测试要求、成本分析，最后是项目的验收标准。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本项目的背景是为了解决传统医院门诊中，患者排队拥挤、秩序混乱的痛点。我们的核心目标是通过技术手段，打造一个高效、有序的就诊环境，不仅能提高医院的工作效率，更能为患者带来更好的就医体验。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为确保方案的技术可行性和规范性，我们参考了Linux环境编程以及C/C++语言的经典教程，这些资料为我们的软件开发提供了坚实的理论基础。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接下来是第二部分，我们详细介绍软件系统的设计要求。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我们的软件开发基于Linux环境，使用成熟的工具链和开发板。整个开发周期计划为4天，需要硬件和人力资源的配合，以确保项目高效推进。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这是我们设计的程序整体流程图，它定义了软件的核心架构和各模块之间的交互方式，为后续的代码实现提供了清晰的蓝图。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软件的核心功能首先包括医生信息展示和过号提醒。患者可以清晰地看到医生信息，而过号的患者也会被系统循环提醒，确保了信息的有效传达。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总结来说，这份设计方案为医疗科室呼号显示屏项目提供了全面的技术路线和实施指南。我们相信，通过本方案的实施，能够有效解决医院门诊排队的痛点问题。我的汇报到此结束，感谢大家的聆听！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3.svg"/><Relationship Id="rId4" Type="http://schemas.openxmlformats.org/officeDocument/2006/relationships/image" Target="../media/image2.png"/><Relationship Id="rId33" Type="http://schemas.openxmlformats.org/officeDocument/2006/relationships/notesSlide" Target="../notesSlides/notesSlide2.xml"/><Relationship Id="rId32" Type="http://schemas.openxmlformats.org/officeDocument/2006/relationships/slideLayout" Target="../slideLayouts/slideLayout12.xml"/><Relationship Id="rId31" Type="http://schemas.openxmlformats.org/officeDocument/2006/relationships/tags" Target="../tags/tag18.xml"/><Relationship Id="rId30" Type="http://schemas.openxmlformats.org/officeDocument/2006/relationships/image" Target="../media/image13.svg"/><Relationship Id="rId3" Type="http://schemas.openxmlformats.org/officeDocument/2006/relationships/tags" Target="../tags/tag2.xml"/><Relationship Id="rId29" Type="http://schemas.openxmlformats.org/officeDocument/2006/relationships/image" Target="../media/image12.png"/><Relationship Id="rId28" Type="http://schemas.openxmlformats.org/officeDocument/2006/relationships/tags" Target="../tags/tag17.xml"/><Relationship Id="rId27" Type="http://schemas.openxmlformats.org/officeDocument/2006/relationships/tags" Target="../tags/tag16.xml"/><Relationship Id="rId26" Type="http://schemas.openxmlformats.org/officeDocument/2006/relationships/tags" Target="../tags/tag15.xml"/><Relationship Id="rId25" Type="http://schemas.openxmlformats.org/officeDocument/2006/relationships/image" Target="../media/image11.svg"/><Relationship Id="rId24" Type="http://schemas.openxmlformats.org/officeDocument/2006/relationships/image" Target="../media/image10.png"/><Relationship Id="rId23" Type="http://schemas.openxmlformats.org/officeDocument/2006/relationships/tags" Target="../tags/tag14.xml"/><Relationship Id="rId22" Type="http://schemas.openxmlformats.org/officeDocument/2006/relationships/tags" Target="../tags/tag13.xml"/><Relationship Id="rId21" Type="http://schemas.openxmlformats.org/officeDocument/2006/relationships/tags" Target="../tags/tag12.xml"/><Relationship Id="rId20" Type="http://schemas.openxmlformats.org/officeDocument/2006/relationships/image" Target="../media/image9.svg"/><Relationship Id="rId2" Type="http://schemas.openxmlformats.org/officeDocument/2006/relationships/tags" Target="../tags/tag1.xml"/><Relationship Id="rId19" Type="http://schemas.openxmlformats.org/officeDocument/2006/relationships/image" Target="../media/image8.png"/><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image" Target="../media/image7.svg"/><Relationship Id="rId14" Type="http://schemas.openxmlformats.org/officeDocument/2006/relationships/image" Target="../media/image6.png"/><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image" Target="../media/image5.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tags" Target="../tags/tag20.xml"/><Relationship Id="rId2" Type="http://schemas.openxmlformats.org/officeDocument/2006/relationships/tags" Target="../tags/tag19.xml"/><Relationship Id="rId17" Type="http://schemas.openxmlformats.org/officeDocument/2006/relationships/notesSlide" Target="../notesSlides/notesSlide3.xml"/><Relationship Id="rId16" Type="http://schemas.openxmlformats.org/officeDocument/2006/relationships/slideLayout" Target="../slideLayouts/slideLayout12.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image" Target="../media/image17.svg"/><Relationship Id="rId11" Type="http://schemas.openxmlformats.org/officeDocument/2006/relationships/image" Target="../media/image16.png"/><Relationship Id="rId10" Type="http://schemas.openxmlformats.org/officeDocument/2006/relationships/tags" Target="../tags/tag25.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image" Target="../media/image21.svg"/><Relationship Id="rId4" Type="http://schemas.openxmlformats.org/officeDocument/2006/relationships/image" Target="../media/image20.png"/><Relationship Id="rId31" Type="http://schemas.openxmlformats.org/officeDocument/2006/relationships/notesSlide" Target="../notesSlides/notesSlide6.xml"/><Relationship Id="rId30" Type="http://schemas.openxmlformats.org/officeDocument/2006/relationships/slideLayout" Target="../slideLayouts/slideLayout12.xml"/><Relationship Id="rId3" Type="http://schemas.openxmlformats.org/officeDocument/2006/relationships/tags" Target="../tags/tag30.xml"/><Relationship Id="rId29" Type="http://schemas.openxmlformats.org/officeDocument/2006/relationships/tags" Target="../tags/tag48.xml"/><Relationship Id="rId28" Type="http://schemas.openxmlformats.org/officeDocument/2006/relationships/tags" Target="../tags/tag47.xml"/><Relationship Id="rId27" Type="http://schemas.openxmlformats.org/officeDocument/2006/relationships/tags" Target="../tags/tag46.xml"/><Relationship Id="rId26" Type="http://schemas.openxmlformats.org/officeDocument/2006/relationships/image" Target="../media/image27.svg"/><Relationship Id="rId25" Type="http://schemas.openxmlformats.org/officeDocument/2006/relationships/image" Target="../media/image26.png"/><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tags" Target="../tags/tag29.xml"/><Relationship Id="rId19" Type="http://schemas.openxmlformats.org/officeDocument/2006/relationships/image" Target="../media/image25.svg"/><Relationship Id="rId18" Type="http://schemas.openxmlformats.org/officeDocument/2006/relationships/image" Target="../media/image24.png"/><Relationship Id="rId17" Type="http://schemas.openxmlformats.org/officeDocument/2006/relationships/tags" Target="../tags/tag40.xml"/><Relationship Id="rId16" Type="http://schemas.openxmlformats.org/officeDocument/2006/relationships/tags" Target="../tags/tag39.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tags" Target="../tags/tag35.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30.png"/><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34.svg"/><Relationship Id="rId11" Type="http://schemas.openxmlformats.org/officeDocument/2006/relationships/image" Target="../media/image33.png"/><Relationship Id="rId10" Type="http://schemas.openxmlformats.org/officeDocument/2006/relationships/tags" Target="../tags/tag55.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7" Type="http://schemas.openxmlformats.org/officeDocument/2006/relationships/notesSlide" Target="../notesSlides/notesSlide9.xml"/><Relationship Id="rId16" Type="http://schemas.openxmlformats.org/officeDocument/2006/relationships/slideLayout" Target="../slideLayouts/slideLayout13.xml"/><Relationship Id="rId15" Type="http://schemas.openxmlformats.org/officeDocument/2006/relationships/tags" Target="../tags/tag65.xml"/><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tags" Target="../tags/tag64.xml"/><Relationship Id="rId11" Type="http://schemas.openxmlformats.org/officeDocument/2006/relationships/image" Target="../media/image36.png"/><Relationship Id="rId10" Type="http://schemas.openxmlformats.org/officeDocument/2006/relationships/tags" Target="../tags/tag63.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1" Type="http://schemas.openxmlformats.org/officeDocument/2006/relationships/notesSlide" Target="../notesSlides/notesSlide10.xml"/><Relationship Id="rId20" Type="http://schemas.openxmlformats.org/officeDocument/2006/relationships/slideLayout" Target="../slideLayouts/slideLayout14.xml"/><Relationship Id="rId2" Type="http://schemas.openxmlformats.org/officeDocument/2006/relationships/tags" Target="../tags/tag66.xml"/><Relationship Id="rId19" Type="http://schemas.openxmlformats.org/officeDocument/2006/relationships/image" Target="../media/image25.svg"/><Relationship Id="rId18" Type="http://schemas.openxmlformats.org/officeDocument/2006/relationships/image" Target="../media/image24.png"/><Relationship Id="rId17" Type="http://schemas.openxmlformats.org/officeDocument/2006/relationships/tags" Target="../tags/tag75.xml"/><Relationship Id="rId16" Type="http://schemas.openxmlformats.org/officeDocument/2006/relationships/image" Target="../media/image15.svg"/><Relationship Id="rId15" Type="http://schemas.openxmlformats.org/officeDocument/2006/relationships/image" Target="../media/image14.png"/><Relationship Id="rId14" Type="http://schemas.openxmlformats.org/officeDocument/2006/relationships/tags" Target="../tags/tag74.xml"/><Relationship Id="rId13" Type="http://schemas.openxmlformats.org/officeDocument/2006/relationships/image" Target="../media/image34.svg"/><Relationship Id="rId12" Type="http://schemas.openxmlformats.org/officeDocument/2006/relationships/image" Target="../media/image33.png"/><Relationship Id="rId11" Type="http://schemas.openxmlformats.org/officeDocument/2006/relationships/tags" Target="../tags/tag73.xml"/><Relationship Id="rId10" Type="http://schemas.openxmlformats.org/officeDocument/2006/relationships/image" Target="../media/image38.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1" Type="http://schemas.openxmlformats.org/officeDocument/2006/relationships/notesSlide" Target="../notesSlides/notesSlide11.xml"/><Relationship Id="rId20" Type="http://schemas.openxmlformats.org/officeDocument/2006/relationships/slideLayout" Target="../slideLayouts/slideLayout16.xml"/><Relationship Id="rId2" Type="http://schemas.openxmlformats.org/officeDocument/2006/relationships/tags" Target="../tags/tag76.xml"/><Relationship Id="rId19" Type="http://schemas.openxmlformats.org/officeDocument/2006/relationships/image" Target="../media/image41.png"/><Relationship Id="rId18" Type="http://schemas.openxmlformats.org/officeDocument/2006/relationships/tags" Target="../tags/tag86.xml"/><Relationship Id="rId17" Type="http://schemas.openxmlformats.org/officeDocument/2006/relationships/image" Target="../media/image40.png"/><Relationship Id="rId16" Type="http://schemas.openxmlformats.org/officeDocument/2006/relationships/tags" Target="../tags/tag85.xml"/><Relationship Id="rId15" Type="http://schemas.openxmlformats.org/officeDocument/2006/relationships/image" Target="../media/image15.svg"/><Relationship Id="rId14" Type="http://schemas.openxmlformats.org/officeDocument/2006/relationships/image" Target="../media/image14.png"/><Relationship Id="rId13" Type="http://schemas.openxmlformats.org/officeDocument/2006/relationships/tags" Target="../tags/tag84.xml"/><Relationship Id="rId12" Type="http://schemas.openxmlformats.org/officeDocument/2006/relationships/image" Target="../media/image34.svg"/><Relationship Id="rId11" Type="http://schemas.openxmlformats.org/officeDocument/2006/relationships/image" Target="../media/image33.png"/><Relationship Id="rId10" Type="http://schemas.openxmlformats.org/officeDocument/2006/relationships/tags" Target="../tags/tag83.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png"/><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6" Type="http://schemas.openxmlformats.org/officeDocument/2006/relationships/notesSlide" Target="../notesSlides/notesSlide12.xml"/><Relationship Id="rId15" Type="http://schemas.openxmlformats.org/officeDocument/2006/relationships/slideLayout" Target="../slideLayouts/slideLayout15.xml"/><Relationship Id="rId14" Type="http://schemas.openxmlformats.org/officeDocument/2006/relationships/tags" Target="../tags/tag94.xml"/><Relationship Id="rId13" Type="http://schemas.openxmlformats.org/officeDocument/2006/relationships/image" Target="../media/image34.svg"/><Relationship Id="rId12" Type="http://schemas.openxmlformats.org/officeDocument/2006/relationships/image" Target="../media/image33.png"/><Relationship Id="rId11" Type="http://schemas.openxmlformats.org/officeDocument/2006/relationships/tags" Target="../tags/tag93.xml"/><Relationship Id="rId10" Type="http://schemas.openxmlformats.org/officeDocument/2006/relationships/image" Target="../media/image44.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7" Type="http://schemas.openxmlformats.org/officeDocument/2006/relationships/notesSlide" Target="../notesSlides/notesSlide13.xml"/><Relationship Id="rId16" Type="http://schemas.openxmlformats.org/officeDocument/2006/relationships/slideLayout" Target="../slideLayouts/slideLayout17.xml"/><Relationship Id="rId15" Type="http://schemas.openxmlformats.org/officeDocument/2006/relationships/tags" Target="../tags/tag104.xml"/><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tags" Target="../tags/tag103.xml"/><Relationship Id="rId11" Type="http://schemas.openxmlformats.org/officeDocument/2006/relationships/image" Target="../media/image46.png"/><Relationship Id="rId10" Type="http://schemas.openxmlformats.org/officeDocument/2006/relationships/tags" Target="../tags/tag10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7" Type="http://schemas.openxmlformats.org/officeDocument/2006/relationships/notesSlide" Target="../notesSlides/notesSlide14.xml"/><Relationship Id="rId16" Type="http://schemas.openxmlformats.org/officeDocument/2006/relationships/slideLayout" Target="../slideLayouts/slideLayout18.xml"/><Relationship Id="rId15" Type="http://schemas.openxmlformats.org/officeDocument/2006/relationships/tags" Target="../tags/tag114.xml"/><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tags" Target="../tags/tag113.xml"/><Relationship Id="rId11" Type="http://schemas.openxmlformats.org/officeDocument/2006/relationships/image" Target="../media/image48.png"/><Relationship Id="rId10" Type="http://schemas.openxmlformats.org/officeDocument/2006/relationships/tags" Target="../tags/tag11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7" Type="http://schemas.openxmlformats.org/officeDocument/2006/relationships/notesSlide" Target="../notesSlides/notesSlide15.xml"/><Relationship Id="rId16" Type="http://schemas.openxmlformats.org/officeDocument/2006/relationships/slideLayout" Target="../slideLayouts/slideLayout19.xml"/><Relationship Id="rId15" Type="http://schemas.openxmlformats.org/officeDocument/2006/relationships/tags" Target="../tags/tag124.xml"/><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tags" Target="../tags/tag123.xml"/><Relationship Id="rId11" Type="http://schemas.openxmlformats.org/officeDocument/2006/relationships/image" Target="../media/image50.png"/><Relationship Id="rId10" Type="http://schemas.openxmlformats.org/officeDocument/2006/relationships/tags" Target="../tags/tag12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7" Type="http://schemas.openxmlformats.org/officeDocument/2006/relationships/notesSlide" Target="../notesSlides/notesSlide16.xml"/><Relationship Id="rId16" Type="http://schemas.openxmlformats.org/officeDocument/2006/relationships/slideLayout" Target="../slideLayouts/slideLayout20.xml"/><Relationship Id="rId15" Type="http://schemas.openxmlformats.org/officeDocument/2006/relationships/tags" Target="../tags/tag134.xml"/><Relationship Id="rId14" Type="http://schemas.openxmlformats.org/officeDocument/2006/relationships/image" Target="../media/image54.svg"/><Relationship Id="rId13" Type="http://schemas.openxmlformats.org/officeDocument/2006/relationships/image" Target="../media/image53.png"/><Relationship Id="rId12" Type="http://schemas.openxmlformats.org/officeDocument/2006/relationships/tags" Target="../tags/tag133.xml"/><Relationship Id="rId11" Type="http://schemas.openxmlformats.org/officeDocument/2006/relationships/image" Target="../media/image52.png"/><Relationship Id="rId10" Type="http://schemas.openxmlformats.org/officeDocument/2006/relationships/tags" Target="../tags/tag13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7BFF">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24536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u="sng">
                <a:ln>
                  <a:noFill/>
                </a:ln>
                <a:solidFill>
                  <a:schemeClr val="bg1"/>
                </a:solidFill>
                <a:effectLst>
                  <a:glow rad="228600">
                    <a:schemeClr val="accent5">
                      <a:satMod val="175000"/>
                      <a:alpha val="40000"/>
                    </a:schemeClr>
                  </a:glow>
                  <a:outerShdw blurRad="38100" dist="38100" dir="2700000" sx="1000" sy="1000" algn="tl">
                    <a:srgbClr val="00B0F0">
                      <a:alpha val="43137"/>
                    </a:srgbClr>
                  </a:outerShdw>
                  <a:reflection blurRad="6350" stA="55000" endA="300" endPos="45500" dir="5400000" sy="-100000" algn="bl" rotWithShape="0"/>
                </a:effectLst>
                <a:latin typeface="Noto Sans SC" panose="020B0200000000000000" charset="-122"/>
                <a:ea typeface="Noto Sans SC" panose="020B0200000000000000" charset="-122"/>
                <a:cs typeface="Noto Sans SC" panose="020B0200000000000000" charset="-122"/>
                <a:sym typeface="Noto Sans SC" panose="020B0200000000000000" charset="-122"/>
              </a:rPr>
              <a:t>医疗科室呼号显示屏项目设计方案</a:t>
            </a:r>
            <a:endParaRPr lang="en-US" sz="3600" b="1" u="sng">
              <a:ln>
                <a:noFill/>
              </a:ln>
              <a:solidFill>
                <a:schemeClr val="bg1"/>
              </a:solidFill>
              <a:effectLst>
                <a:glow rad="228600">
                  <a:schemeClr val="accent5">
                    <a:satMod val="175000"/>
                    <a:alpha val="40000"/>
                  </a:schemeClr>
                </a:glow>
                <a:outerShdw blurRad="38100" dist="38100" dir="2700000" sx="1000" sy="1000" algn="tl">
                  <a:srgbClr val="00B0F0">
                    <a:alpha val="43137"/>
                  </a:srgbClr>
                </a:outerShdw>
                <a:reflection blurRad="6350" stA="55000" endA="300" endPos="45500" dir="5400000" sy="-100000" algn="bl" rotWithShape="0"/>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flipV="1">
            <a:off x="4401805" y="3484880"/>
            <a:ext cx="3121739" cy="7721"/>
          </a:xfrm>
          <a:prstGeom prst="straightConnector1">
            <a:avLst/>
          </a:prstGeom>
          <a:solidFill>
            <a:srgbClr val="DEE0E3">
              <a:alpha val="100000"/>
            </a:srgbClr>
          </a:solidFill>
          <a:ln w="25400" cap="flat" cmpd="sng">
            <a:solidFill>
              <a:srgbClr val="FFFFFF">
                <a:alpha val="80000"/>
              </a:srgbClr>
            </a:solidFill>
            <a:prstDash val="solid"/>
            <a:round/>
            <a:headEnd type="none" w="lg" len="lg"/>
            <a:tailEnd type="none" w="lg" len="lg"/>
          </a:ln>
        </p:spPr>
      </p:cxnSp>
      <p:sp>
        <p:nvSpPr>
          <p:cNvPr id="6" name="AutoShape 6"/>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V1.0</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E3A8A">
              <a:alpha val="7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936240" y="84328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5" name="AutoShape 5"/>
          <p:cNvSpPr/>
          <p:nvPr>
            <p:custDataLst>
              <p:tags r:id="rId2"/>
            </p:custDataLst>
          </p:nvPr>
        </p:nvSpPr>
        <p:spPr>
          <a:xfrm>
            <a:off x="2936240" y="1859280"/>
            <a:ext cx="6096000" cy="609600"/>
          </a:xfrm>
          <a:prstGeom prst="roundRect">
            <a:avLst>
              <a:gd name="adj" fmla="val 20833"/>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9440" y="2011680"/>
            <a:ext cx="304800" cy="304800"/>
          </a:xfrm>
          <a:prstGeom prst="rect">
            <a:avLst/>
          </a:prstGeom>
        </p:spPr>
      </p:pic>
      <p:sp>
        <p:nvSpPr>
          <p:cNvPr id="7" name="AutoShape 7"/>
          <p:cNvSpPr/>
          <p:nvPr>
            <p:custDataLst>
              <p:tags r:id="rId6"/>
            </p:custDataLst>
          </p:nvPr>
        </p:nvSpPr>
        <p:spPr>
          <a:xfrm>
            <a:off x="3571240" y="198628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项目背景及目标</a:t>
            </a:r>
            <a:endParaRPr lang="zh-CN" alt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7"/>
            </p:custDataLst>
          </p:nvPr>
        </p:nvSpPr>
        <p:spPr>
          <a:xfrm>
            <a:off x="2936240" y="2570480"/>
            <a:ext cx="6096000" cy="609600"/>
          </a:xfrm>
          <a:prstGeom prst="roundRect">
            <a:avLst>
              <a:gd name="adj" fmla="val 20833"/>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139440" y="2722880"/>
            <a:ext cx="304800" cy="304800"/>
          </a:xfrm>
          <a:prstGeom prst="rect">
            <a:avLst/>
          </a:prstGeom>
        </p:spPr>
      </p:pic>
      <p:sp>
        <p:nvSpPr>
          <p:cNvPr id="10" name="AutoShape 10"/>
          <p:cNvSpPr/>
          <p:nvPr>
            <p:custDataLst>
              <p:tags r:id="rId11"/>
            </p:custDataLst>
          </p:nvPr>
        </p:nvSpPr>
        <p:spPr>
          <a:xfrm>
            <a:off x="3571240" y="269748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设计参考文档</a:t>
            </a: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zh-CN" alt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2"/>
            </p:custDataLst>
          </p:nvPr>
        </p:nvSpPr>
        <p:spPr>
          <a:xfrm>
            <a:off x="2936240" y="3281680"/>
            <a:ext cx="6096000" cy="609600"/>
          </a:xfrm>
          <a:prstGeom prst="roundRect">
            <a:avLst>
              <a:gd name="adj" fmla="val 20833"/>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139440" y="3434080"/>
            <a:ext cx="304800" cy="304800"/>
          </a:xfrm>
          <a:prstGeom prst="rect">
            <a:avLst/>
          </a:prstGeom>
        </p:spPr>
      </p:pic>
      <p:sp>
        <p:nvSpPr>
          <p:cNvPr id="13" name="AutoShape 13"/>
          <p:cNvSpPr/>
          <p:nvPr>
            <p:custDataLst>
              <p:tags r:id="rId16"/>
            </p:custDataLst>
          </p:nvPr>
        </p:nvSpPr>
        <p:spPr>
          <a:xfrm>
            <a:off x="3571240" y="340868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1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开发环境与资源</a:t>
            </a:r>
            <a:endParaRPr lang="en-US" sz="1100"/>
          </a:p>
        </p:txBody>
      </p:sp>
      <p:sp>
        <p:nvSpPr>
          <p:cNvPr id="14" name="AutoShape 14"/>
          <p:cNvSpPr/>
          <p:nvPr>
            <p:custDataLst>
              <p:tags r:id="rId17"/>
            </p:custDataLst>
          </p:nvPr>
        </p:nvSpPr>
        <p:spPr>
          <a:xfrm>
            <a:off x="2936240" y="3992880"/>
            <a:ext cx="6096000" cy="609600"/>
          </a:xfrm>
          <a:prstGeom prst="roundRect">
            <a:avLst>
              <a:gd name="adj" fmla="val 20833"/>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139440" y="4145280"/>
            <a:ext cx="304800" cy="304800"/>
          </a:xfrm>
          <a:prstGeom prst="rect">
            <a:avLst/>
          </a:prstGeom>
        </p:spPr>
      </p:pic>
      <p:sp>
        <p:nvSpPr>
          <p:cNvPr id="16" name="AutoShape 16"/>
          <p:cNvSpPr/>
          <p:nvPr>
            <p:custDataLst>
              <p:tags r:id="rId21"/>
            </p:custDataLst>
          </p:nvPr>
        </p:nvSpPr>
        <p:spPr>
          <a:xfrm>
            <a:off x="3571240" y="411988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en-US" sz="1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程序设计流程图</a:t>
            </a:r>
            <a:endParaRPr lang="en-US" sz="1100"/>
          </a:p>
        </p:txBody>
      </p:sp>
      <p:sp>
        <p:nvSpPr>
          <p:cNvPr id="17" name="AutoShape 17"/>
          <p:cNvSpPr/>
          <p:nvPr>
            <p:custDataLst>
              <p:tags r:id="rId22"/>
            </p:custDataLst>
          </p:nvPr>
        </p:nvSpPr>
        <p:spPr>
          <a:xfrm>
            <a:off x="2936240" y="4704080"/>
            <a:ext cx="6096000" cy="609600"/>
          </a:xfrm>
          <a:prstGeom prst="roundRect">
            <a:avLst>
              <a:gd name="adj" fmla="val 20833"/>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39440" y="4856480"/>
            <a:ext cx="304800" cy="304800"/>
          </a:xfrm>
          <a:prstGeom prst="rect">
            <a:avLst/>
          </a:prstGeom>
        </p:spPr>
      </p:pic>
      <p:sp>
        <p:nvSpPr>
          <p:cNvPr id="19" name="AutoShape 19"/>
          <p:cNvSpPr/>
          <p:nvPr>
            <p:custDataLst>
              <p:tags r:id="rId26"/>
            </p:custDataLst>
          </p:nvPr>
        </p:nvSpPr>
        <p:spPr>
          <a:xfrm>
            <a:off x="3571240" y="483108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 </a:t>
            </a:r>
            <a:r>
              <a:rPr lang="en-US" sz="1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功能要求</a:t>
            </a:r>
            <a:endParaRPr lang="en-US" sz="1100"/>
          </a:p>
        </p:txBody>
      </p:sp>
      <p:sp>
        <p:nvSpPr>
          <p:cNvPr id="23" name="AutoShape 23"/>
          <p:cNvSpPr/>
          <p:nvPr>
            <p:custDataLst>
              <p:tags r:id="rId27"/>
            </p:custDataLst>
          </p:nvPr>
        </p:nvSpPr>
        <p:spPr>
          <a:xfrm>
            <a:off x="2936240" y="5351780"/>
            <a:ext cx="6096000" cy="609600"/>
          </a:xfrm>
          <a:prstGeom prst="roundRect">
            <a:avLst>
              <a:gd name="adj" fmla="val 20833"/>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139440" y="5466080"/>
            <a:ext cx="304800" cy="304800"/>
          </a:xfrm>
          <a:prstGeom prst="rect">
            <a:avLst/>
          </a:prstGeom>
        </p:spPr>
      </p:pic>
      <p:sp>
        <p:nvSpPr>
          <p:cNvPr id="25" name="AutoShape 25"/>
          <p:cNvSpPr/>
          <p:nvPr>
            <p:custDataLst>
              <p:tags r:id="rId31"/>
            </p:custDataLst>
          </p:nvPr>
        </p:nvSpPr>
        <p:spPr>
          <a:xfrm>
            <a:off x="3571240" y="541528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07 </a:t>
            </a:r>
            <a:r>
              <a:rPr lang="zh-CN" alt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项目总结与致谢</a:t>
            </a:r>
            <a:r>
              <a:rPr lang="en-US" sz="1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3264">
              <a:alpha val="7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1.1 项目背景及目标</a:t>
            </a:r>
            <a:endParaRPr lang="en-US" sz="1100"/>
          </a:p>
        </p:txBody>
      </p:sp>
      <p:sp>
        <p:nvSpPr>
          <p:cNvPr id="5" name="AutoShape 5"/>
          <p:cNvSpPr/>
          <p:nvPr>
            <p:custDataLst>
              <p:tags r:id="rId2"/>
            </p:custDataLst>
          </p:nvPr>
        </p:nvSpPr>
        <p:spPr>
          <a:xfrm>
            <a:off x="762000" y="2032000"/>
            <a:ext cx="5080000" cy="3556000"/>
          </a:xfrm>
          <a:prstGeom prst="roundRect">
            <a:avLst>
              <a:gd name="adj" fmla="val 3571"/>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336800"/>
            <a:ext cx="406400" cy="406400"/>
          </a:xfrm>
          <a:prstGeom prst="rect">
            <a:avLst/>
          </a:prstGeom>
        </p:spPr>
      </p:pic>
      <p:sp>
        <p:nvSpPr>
          <p:cNvPr id="7" name="AutoShape 7"/>
          <p:cNvSpPr/>
          <p:nvPr>
            <p:custDataLst>
              <p:tags r:id="rId6"/>
            </p:custDataLst>
          </p:nvPr>
        </p:nvSpPr>
        <p:spPr>
          <a:xfrm>
            <a:off x="1574800" y="23368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项目背景：痛点分析</a:t>
            </a:r>
            <a:endParaRPr lang="en-US" sz="1100"/>
          </a:p>
        </p:txBody>
      </p:sp>
      <p:cxnSp>
        <p:nvCxnSpPr>
          <p:cNvPr id="8" name="Connector 8"/>
          <p:cNvCxnSpPr/>
          <p:nvPr>
            <p:custDataLst>
              <p:tags r:id="rId7"/>
            </p:custDataLst>
          </p:nvPr>
        </p:nvCxnSpPr>
        <p:spPr>
          <a:xfrm rot="-9766">
            <a:off x="1066809" y="2838450"/>
            <a:ext cx="44704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custDataLst>
              <p:tags r:id="rId8"/>
            </p:custDataLst>
          </p:nvPr>
        </p:nvSpPr>
        <p:spPr>
          <a:xfrm>
            <a:off x="1066800" y="3048000"/>
            <a:ext cx="4470400" cy="2286000"/>
          </a:xfrm>
          <a:prstGeom prst="rect">
            <a:avLst/>
          </a:prstGeom>
          <a:noFill/>
          <a:ln w="12700" cap="flat" cmpd="sng">
            <a:noFill/>
            <a:prstDash val="solid"/>
            <a:round/>
          </a:ln>
        </p:spPr>
        <p:txBody>
          <a:bodyPr vert="horz" wrap="square" lIns="0" tIns="0" rIns="0" bIns="0" rtlCol="0" anchor="ctr" anchorCtr="0"/>
          <a:lstStyle/>
          <a:p>
            <a:pPr indent="457200" algn="l">
              <a:lnSpc>
                <a:spcPct val="125000"/>
              </a:lnSpc>
              <a:defRPr/>
            </a:pPr>
            <a:r>
              <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医疗科室呼号显示屏系统是一套能解决医院门诊患者排队拥挤混乱无序，提高就诊效率，均衡工作人员的工作，缩短患者的排队等候时间。借助智慧医疗的深化，我们为患者提供了更智能的就诊服务，科室呼号显示屏系统，可大大提高营业大厅的服务质量，改进服务形象，科学而有效地管理各部门。</a:t>
            </a:r>
            <a:endPar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sp>
        <p:nvSpPr>
          <p:cNvPr id="10" name="AutoShape 10"/>
          <p:cNvSpPr/>
          <p:nvPr>
            <p:custDataLst>
              <p:tags r:id="rId9"/>
            </p:custDataLst>
          </p:nvPr>
        </p:nvSpPr>
        <p:spPr>
          <a:xfrm>
            <a:off x="6096000" y="2032000"/>
            <a:ext cx="5080000" cy="3556000"/>
          </a:xfrm>
          <a:prstGeom prst="roundRect">
            <a:avLst>
              <a:gd name="adj" fmla="val 3571"/>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00800" y="2336800"/>
            <a:ext cx="406400" cy="406400"/>
          </a:xfrm>
          <a:prstGeom prst="rect">
            <a:avLst/>
          </a:prstGeom>
        </p:spPr>
      </p:pic>
      <p:sp>
        <p:nvSpPr>
          <p:cNvPr id="12" name="AutoShape 12"/>
          <p:cNvSpPr/>
          <p:nvPr>
            <p:custDataLst>
              <p:tags r:id="rId13"/>
            </p:custDataLst>
          </p:nvPr>
        </p:nvSpPr>
        <p:spPr>
          <a:xfrm>
            <a:off x="6908800" y="23368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项目目标：效能提升</a:t>
            </a:r>
            <a:endParaRPr lang="en-US" sz="1100"/>
          </a:p>
        </p:txBody>
      </p:sp>
      <p:cxnSp>
        <p:nvCxnSpPr>
          <p:cNvPr id="13" name="Connector 13"/>
          <p:cNvCxnSpPr/>
          <p:nvPr>
            <p:custDataLst>
              <p:tags r:id="rId14"/>
            </p:custDataLst>
          </p:nvPr>
        </p:nvCxnSpPr>
        <p:spPr>
          <a:xfrm rot="-9766">
            <a:off x="6400809" y="2838450"/>
            <a:ext cx="44704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4" name="AutoShape 14"/>
          <p:cNvSpPr/>
          <p:nvPr>
            <p:custDataLst>
              <p:tags r:id="rId15"/>
            </p:custDataLst>
          </p:nvPr>
        </p:nvSpPr>
        <p:spPr>
          <a:xfrm>
            <a:off x="6400800" y="3048000"/>
            <a:ext cx="4470400" cy="2286000"/>
          </a:xfrm>
          <a:prstGeom prst="rect">
            <a:avLst/>
          </a:prstGeom>
          <a:noFill/>
          <a:ln w="12700" cap="flat" cmpd="sng">
            <a:noFill/>
            <a:prstDash val="solid"/>
            <a:round/>
          </a:ln>
        </p:spPr>
        <p:txBody>
          <a:bodyPr vert="horz" wrap="square" lIns="0" tIns="0" rIns="0" bIns="0" rtlCol="0" anchor="ctr" anchorCtr="0"/>
          <a:lstStyle/>
          <a:p>
            <a:pPr indent="457200" algn="l">
              <a:lnSpc>
                <a:spcPct val="125000"/>
              </a:lnSpc>
              <a:defRPr/>
            </a:pPr>
            <a:r>
              <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以前，因为患者众多,在患者就诊的这个过程里，患者经常在需要在诊室前面排队来等待医生叫号，这一方面严重的影响了医生的工作，此外,也让患者处于长期的等待状态中，在应用了更加先进呼号显示屏系统之后，患者只需要在当前科室的门诊屏上观看,即可知道当前排队情况，就不用再诊室的前面焦急的等待了。解决了在医疗服务管理中出现的一些混乱、插队、拥挤、无序的现象，给医院形成一个宁静祥和的就医环境，给护士以及医生队伍管理营造一个更好的工作环境</a:t>
            </a:r>
            <a:r>
              <a:rPr 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mn-ea"/>
              </a:rPr>
              <a:t>。</a:t>
            </a:r>
            <a:endPar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55EAC">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1.2 设计参考文档</a:t>
            </a:r>
            <a:endParaRPr lang="en-US" sz="1100"/>
          </a:p>
        </p:txBody>
      </p:sp>
      <p:sp>
        <p:nvSpPr>
          <p:cNvPr id="5" name="AutoShape 5"/>
          <p:cNvSpPr/>
          <p:nvPr/>
        </p:nvSpPr>
        <p:spPr>
          <a:xfrm>
            <a:off x="1151890" y="2336800"/>
            <a:ext cx="3720465" cy="2700020"/>
          </a:xfrm>
          <a:prstGeom prst="rect">
            <a:avLst/>
          </a:prstGeom>
          <a:noFill/>
          <a:ln w="12700" cap="flat" cmpd="sng">
            <a:noFill/>
            <a:prstDash val="solid"/>
            <a:round/>
          </a:ln>
        </p:spPr>
        <p:txBody>
          <a:bodyPr vert="horz" wrap="square" lIns="0" tIns="0" rIns="0" bIns="0" rtlCol="0" anchor="ctr" anchorCtr="0"/>
          <a:lstStyle/>
          <a:p>
            <a:pPr indent="457200" algn="l">
              <a:lnSpc>
                <a:spcPct val="125000"/>
              </a:lnSpc>
              <a:defRPr/>
            </a:pPr>
            <a:r>
              <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在项目设计过程中，我主要参考</a:t>
            </a:r>
            <a:r>
              <a:rPr lang="zh-CN" alt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核心技术文档，以确保方案的规范性与可行性。</a:t>
            </a:r>
            <a:endPar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096000" y="2032000"/>
            <a:ext cx="5334000" cy="1016000"/>
          </a:xfrm>
          <a:prstGeom prst="roundRect">
            <a:avLst>
              <a:gd name="adj" fmla="val 12500"/>
            </a:avLst>
          </a:prstGeom>
          <a:solidFill>
            <a:srgbClr val="FFFFFF">
              <a:alpha val="15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0000" y="2336800"/>
            <a:ext cx="406400" cy="406400"/>
          </a:xfrm>
          <a:prstGeom prst="rect">
            <a:avLst/>
          </a:prstGeom>
        </p:spPr>
      </p:pic>
      <p:sp>
        <p:nvSpPr>
          <p:cNvPr id="8" name="AutoShape 8"/>
          <p:cNvSpPr/>
          <p:nvPr/>
        </p:nvSpPr>
        <p:spPr>
          <a:xfrm>
            <a:off x="6921500" y="2286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《Linux环境编程图文指南》</a:t>
            </a:r>
            <a:endParaRPr lang="en-US" sz="1100"/>
          </a:p>
        </p:txBody>
      </p:sp>
      <p:sp>
        <p:nvSpPr>
          <p:cNvPr id="9" name="AutoShape 9"/>
          <p:cNvSpPr/>
          <p:nvPr/>
        </p:nvSpPr>
        <p:spPr>
          <a:xfrm>
            <a:off x="6096000" y="3238500"/>
            <a:ext cx="5334000" cy="1016000"/>
          </a:xfrm>
          <a:prstGeom prst="roundRect">
            <a:avLst>
              <a:gd name="adj" fmla="val 12500"/>
            </a:avLst>
          </a:prstGeom>
          <a:solidFill>
            <a:srgbClr val="FFFFFF">
              <a:alpha val="15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0000" y="3543300"/>
            <a:ext cx="406400" cy="406400"/>
          </a:xfrm>
          <a:prstGeom prst="rect">
            <a:avLst/>
          </a:prstGeom>
        </p:spPr>
      </p:pic>
      <p:sp>
        <p:nvSpPr>
          <p:cNvPr id="11" name="AutoShape 11"/>
          <p:cNvSpPr/>
          <p:nvPr/>
        </p:nvSpPr>
        <p:spPr>
          <a:xfrm>
            <a:off x="6921500" y="3492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 Primer Plus（第6版）_中文版》</a:t>
            </a:r>
            <a:endParaRPr lang="en-US" sz="1100"/>
          </a:p>
        </p:txBody>
      </p:sp>
      <p:sp>
        <p:nvSpPr>
          <p:cNvPr id="12" name="AutoShape 12"/>
          <p:cNvSpPr/>
          <p:nvPr/>
        </p:nvSpPr>
        <p:spPr>
          <a:xfrm>
            <a:off x="6096000" y="4445000"/>
            <a:ext cx="5334000" cy="1016000"/>
          </a:xfrm>
          <a:prstGeom prst="roundRect">
            <a:avLst>
              <a:gd name="adj" fmla="val 12500"/>
            </a:avLst>
          </a:prstGeom>
          <a:solidFill>
            <a:srgbClr val="FFFFFF">
              <a:alpha val="15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0000" y="4749800"/>
            <a:ext cx="406400" cy="406400"/>
          </a:xfrm>
          <a:prstGeom prst="rect">
            <a:avLst/>
          </a:prstGeom>
        </p:spPr>
      </p:pic>
      <p:sp>
        <p:nvSpPr>
          <p:cNvPr id="14" name="AutoShape 14"/>
          <p:cNvSpPr/>
          <p:nvPr/>
        </p:nvSpPr>
        <p:spPr>
          <a:xfrm>
            <a:off x="6921500" y="4699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 Primer Plus 第6版 中文版》</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E3A8A">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667000"/>
            <a:ext cx="1016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二、软件设计要求</a:t>
            </a:r>
            <a:endParaRPr lang="en-US" sz="1100"/>
          </a:p>
        </p:txBody>
      </p:sp>
      <p:cxnSp>
        <p:nvCxnSpPr>
          <p:cNvPr id="5" name="Connector 5"/>
          <p:cNvCxnSpPr/>
          <p:nvPr/>
        </p:nvCxnSpPr>
        <p:spPr>
          <a:xfrm rot="-34376">
            <a:off x="5461032" y="3676650"/>
            <a:ext cx="1270000" cy="12700"/>
          </a:xfrm>
          <a:prstGeom prst="straightConnector1">
            <a:avLst/>
          </a:prstGeom>
          <a:solidFill>
            <a:srgbClr val="DEE0E3">
              <a:alpha val="100000"/>
            </a:srgbClr>
          </a:solidFill>
          <a:ln w="25400" cap="flat" cmpd="sng">
            <a:solidFill>
              <a:srgbClr val="FFFFFF">
                <a:alpha val="80000"/>
              </a:srgbClr>
            </a:solidFill>
            <a:prstDash val="solid"/>
            <a:round/>
            <a:headEnd type="none" w="lg" len="lg"/>
            <a:tailEnd type="none" w="lg" len="lg"/>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D5A">
              <a:alpha val="7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2.1-2.4 开发环境与资源</a:t>
            </a:r>
            <a:endParaRPr lang="en-US" sz="1100"/>
          </a:p>
        </p:txBody>
      </p:sp>
      <p:sp>
        <p:nvSpPr>
          <p:cNvPr id="5" name="AutoShape 5"/>
          <p:cNvSpPr/>
          <p:nvPr>
            <p:custDataLst>
              <p:tags r:id="rId2"/>
            </p:custDataLst>
          </p:nvPr>
        </p:nvSpPr>
        <p:spPr>
          <a:xfrm>
            <a:off x="762000" y="1778000"/>
            <a:ext cx="5207000" cy="2286000"/>
          </a:xfrm>
          <a:prstGeom prst="roundRect">
            <a:avLst>
              <a:gd name="adj" fmla="val 5555"/>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7" name="AutoShape 7"/>
          <p:cNvSpPr/>
          <p:nvPr>
            <p:custDataLst>
              <p:tags r:id="rId6"/>
            </p:custDataLst>
          </p:nvPr>
        </p:nvSpPr>
        <p:spPr>
          <a:xfrm>
            <a:off x="1524000" y="2032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开发调试环境</a:t>
            </a:r>
            <a:endParaRPr lang="en-US" sz="1100"/>
          </a:p>
        </p:txBody>
      </p:sp>
      <p:cxnSp>
        <p:nvCxnSpPr>
          <p:cNvPr id="8" name="Connector 8"/>
          <p:cNvCxnSpPr/>
          <p:nvPr>
            <p:custDataLst>
              <p:tags r:id="rId7"/>
            </p:custDataLst>
          </p:nvPr>
        </p:nvCxnSpPr>
        <p:spPr>
          <a:xfrm rot="-9291">
            <a:off x="1016009" y="24828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custDataLst>
              <p:tags r:id="rId8"/>
            </p:custDataLst>
          </p:nvPr>
        </p:nvSpPr>
        <p:spPr>
          <a:xfrm>
            <a:off x="1016000" y="2603500"/>
            <a:ext cx="4699000" cy="1270000"/>
          </a:xfrm>
          <a:prstGeom prst="rect">
            <a:avLst/>
          </a:prstGeom>
          <a:noFill/>
          <a:ln w="12700" cap="flat" cmpd="sng">
            <a:noFill/>
            <a:prstDash val="solid"/>
            <a:round/>
          </a:ln>
        </p:spPr>
        <p:txBody>
          <a:bodyPr vert="horz" wrap="square" lIns="0" tIns="0" rIns="0" bIns="0" rtlCol="0" anchor="ctr" anchorCtr="0"/>
          <a:lstStyle/>
          <a:p>
            <a:pPr lvl="1"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基于Ubuntu 20.04系统和交叉编译工具链，运行在GEC6818开发平台上，使用MobaXterm等工具进行调试</a:t>
            </a:r>
            <a:r>
              <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ubuntu20.04 +交叉编译工具链</a:t>
            </a:r>
            <a:endPar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sp>
        <p:nvSpPr>
          <p:cNvPr id="10" name="AutoShape 10"/>
          <p:cNvSpPr/>
          <p:nvPr>
            <p:custDataLst>
              <p:tags r:id="rId9"/>
            </p:custDataLst>
          </p:nvPr>
        </p:nvSpPr>
        <p:spPr>
          <a:xfrm>
            <a:off x="6223000" y="1778000"/>
            <a:ext cx="5207000" cy="2286000"/>
          </a:xfrm>
          <a:prstGeom prst="roundRect">
            <a:avLst>
              <a:gd name="adj" fmla="val 5555"/>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2032000"/>
            <a:ext cx="406400" cy="406400"/>
          </a:xfrm>
          <a:prstGeom prst="rect">
            <a:avLst/>
          </a:prstGeom>
        </p:spPr>
      </p:pic>
      <p:sp>
        <p:nvSpPr>
          <p:cNvPr id="12" name="AutoShape 12"/>
          <p:cNvSpPr/>
          <p:nvPr>
            <p:custDataLst>
              <p:tags r:id="rId13"/>
            </p:custDataLst>
          </p:nvPr>
        </p:nvSpPr>
        <p:spPr>
          <a:xfrm>
            <a:off x="6985000" y="2032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开发资源需求</a:t>
            </a:r>
            <a:endParaRPr lang="en-US" sz="1100"/>
          </a:p>
        </p:txBody>
      </p:sp>
      <p:cxnSp>
        <p:nvCxnSpPr>
          <p:cNvPr id="13" name="Connector 13"/>
          <p:cNvCxnSpPr/>
          <p:nvPr>
            <p:custDataLst>
              <p:tags r:id="rId14"/>
            </p:custDataLst>
          </p:nvPr>
        </p:nvCxnSpPr>
        <p:spPr>
          <a:xfrm rot="-9291">
            <a:off x="6477009" y="24828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4" name="AutoShape 14"/>
          <p:cNvSpPr/>
          <p:nvPr>
            <p:custDataLst>
              <p:tags r:id="rId15"/>
            </p:custDataLst>
          </p:nvPr>
        </p:nvSpPr>
        <p:spPr>
          <a:xfrm>
            <a:off x="6477000" y="2603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需要Cortex-A53处理器的开发板及配套外设，并配备具备Linux应用开发能力。</a:t>
            </a:r>
            <a:endParaRPr lang="en-US" sz="1100"/>
          </a:p>
        </p:txBody>
      </p:sp>
      <p:sp>
        <p:nvSpPr>
          <p:cNvPr id="15" name="AutoShape 15"/>
          <p:cNvSpPr/>
          <p:nvPr>
            <p:custDataLst>
              <p:tags r:id="rId16"/>
            </p:custDataLst>
          </p:nvPr>
        </p:nvSpPr>
        <p:spPr>
          <a:xfrm>
            <a:off x="762000" y="4254500"/>
            <a:ext cx="5207000" cy="2286000"/>
          </a:xfrm>
          <a:prstGeom prst="roundRect">
            <a:avLst>
              <a:gd name="adj" fmla="val 5555"/>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4508500"/>
            <a:ext cx="406400" cy="406400"/>
          </a:xfrm>
          <a:prstGeom prst="rect">
            <a:avLst/>
          </a:prstGeom>
        </p:spPr>
      </p:pic>
      <p:sp>
        <p:nvSpPr>
          <p:cNvPr id="17" name="AutoShape 17"/>
          <p:cNvSpPr/>
          <p:nvPr>
            <p:custDataLst>
              <p:tags r:id="rId20"/>
            </p:custDataLst>
          </p:nvPr>
        </p:nvSpPr>
        <p:spPr>
          <a:xfrm>
            <a:off x="1524000" y="4508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程序设计周期</a:t>
            </a:r>
            <a:endParaRPr lang="en-US" sz="1100"/>
          </a:p>
        </p:txBody>
      </p:sp>
      <p:cxnSp>
        <p:nvCxnSpPr>
          <p:cNvPr id="18" name="Connector 18"/>
          <p:cNvCxnSpPr/>
          <p:nvPr>
            <p:custDataLst>
              <p:tags r:id="rId21"/>
            </p:custDataLst>
          </p:nvPr>
        </p:nvCxnSpPr>
        <p:spPr>
          <a:xfrm rot="-9291">
            <a:off x="1016009" y="49593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9" name="AutoShape 19"/>
          <p:cNvSpPr/>
          <p:nvPr>
            <p:custDataLst>
              <p:tags r:id="rId22"/>
            </p:custDataLst>
          </p:nvPr>
        </p:nvSpPr>
        <p:spPr>
          <a:xfrm>
            <a:off x="1016000" y="50800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从设计、编程、测试到交付，整体周期为4天。</a:t>
            </a:r>
            <a:endParaRPr lang="en-US" sz="1100"/>
          </a:p>
        </p:txBody>
      </p:sp>
      <p:sp>
        <p:nvSpPr>
          <p:cNvPr id="20" name="AutoShape 20"/>
          <p:cNvSpPr/>
          <p:nvPr>
            <p:custDataLst>
              <p:tags r:id="rId23"/>
            </p:custDataLst>
          </p:nvPr>
        </p:nvSpPr>
        <p:spPr>
          <a:xfrm>
            <a:off x="6223000" y="4254500"/>
            <a:ext cx="5207000" cy="2286000"/>
          </a:xfrm>
          <a:prstGeom prst="roundRect">
            <a:avLst>
              <a:gd name="adj" fmla="val 5555"/>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77000" y="4508500"/>
            <a:ext cx="406400" cy="406400"/>
          </a:xfrm>
          <a:prstGeom prst="rect">
            <a:avLst/>
          </a:prstGeom>
        </p:spPr>
      </p:pic>
      <p:sp>
        <p:nvSpPr>
          <p:cNvPr id="22" name="AutoShape 22"/>
          <p:cNvSpPr/>
          <p:nvPr>
            <p:custDataLst>
              <p:tags r:id="rId27"/>
            </p:custDataLst>
          </p:nvPr>
        </p:nvSpPr>
        <p:spPr>
          <a:xfrm>
            <a:off x="6985000" y="4508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生产工具</a:t>
            </a:r>
            <a:endParaRPr lang="en-US" sz="1100"/>
          </a:p>
        </p:txBody>
      </p:sp>
      <p:cxnSp>
        <p:nvCxnSpPr>
          <p:cNvPr id="23" name="Connector 23"/>
          <p:cNvCxnSpPr/>
          <p:nvPr>
            <p:custDataLst>
              <p:tags r:id="rId28"/>
            </p:custDataLst>
          </p:nvPr>
        </p:nvCxnSpPr>
        <p:spPr>
          <a:xfrm rot="-9291">
            <a:off x="6477009" y="49593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4" name="AutoShape 24"/>
          <p:cNvSpPr/>
          <p:nvPr>
            <p:custDataLst>
              <p:tags r:id="rId29"/>
            </p:custDataLst>
          </p:nvPr>
        </p:nvSpPr>
        <p:spPr>
          <a:xfrm>
            <a:off x="6477000" y="50800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硬件上使用GEC6818开发板、网线、串口线；</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软件上使用VSCode、ubuntu虚拟机</a:t>
            </a:r>
            <a:r>
              <a:rPr 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、SquereLine_Stdio、SecureCRT Application </a:t>
            </a:r>
            <a:r>
              <a:rPr 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、Windows</a:t>
            </a: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自带画图软件</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等工具。</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l="-80" r="-8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E3C">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2.5 程序设计流程图</a:t>
            </a:r>
            <a:endParaRPr lang="en-US" sz="1100"/>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32000"/>
            <a:ext cx="304800" cy="304800"/>
          </a:xfrm>
          <a:prstGeom prst="rect">
            <a:avLst/>
          </a:prstGeom>
        </p:spPr>
      </p:pic>
      <p:sp>
        <p:nvSpPr>
          <p:cNvPr id="5" name="AutoShape 5"/>
          <p:cNvSpPr/>
          <p:nvPr/>
        </p:nvSpPr>
        <p:spPr>
          <a:xfrm>
            <a:off x="11430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系统架构概述</a:t>
            </a:r>
            <a:endParaRPr lang="en-US" sz="1100"/>
          </a:p>
        </p:txBody>
      </p:sp>
      <p:cxnSp>
        <p:nvCxnSpPr>
          <p:cNvPr id="6" name="Connector 6"/>
          <p:cNvCxnSpPr/>
          <p:nvPr/>
        </p:nvCxnSpPr>
        <p:spPr>
          <a:xfrm flipV="1">
            <a:off x="762000" y="2468861"/>
            <a:ext cx="3149591" cy="7639"/>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7" name="AutoShape 7"/>
          <p:cNvSpPr/>
          <p:nvPr/>
        </p:nvSpPr>
        <p:spPr>
          <a:xfrm>
            <a:off x="762000" y="2667000"/>
            <a:ext cx="3460115" cy="32207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本页展示了软件系统的整体程序设计流程图，清晰地描绘了从主函数到各个功能模块的调用关系和执行逻辑。该流程图定义了软件的核心架构，为后续的开发与维护提供了坚实的基础。</a:t>
            </a:r>
            <a:endParaRPr lang="en-US" sz="18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655185" y="2032000"/>
            <a:ext cx="7025640" cy="4064000"/>
          </a:xfrm>
          <a:prstGeom prst="roundRect">
            <a:avLst>
              <a:gd name="adj" fmla="val 3125"/>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9" name="图片 -2147482620"/>
          <p:cNvPicPr>
            <a:picLocks noChangeAspect="1"/>
          </p:cNvPicPr>
          <p:nvPr/>
        </p:nvPicPr>
        <p:blipFill>
          <a:blip r:embed="rId4"/>
          <a:stretch>
            <a:fillRect/>
          </a:stretch>
        </p:blipFill>
        <p:spPr>
          <a:xfrm>
            <a:off x="4780280" y="2179320"/>
            <a:ext cx="6774815" cy="382143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a:t>
            </a:r>
            <a:endParaRPr lang="en-US" sz="1100"/>
          </a:p>
        </p:txBody>
      </p:sp>
      <p:sp>
        <p:nvSpPr>
          <p:cNvPr id="5" name="AutoShape 5"/>
          <p:cNvSpPr/>
          <p:nvPr>
            <p:custDataLst>
              <p:tags r:id="rId2"/>
            </p:custDataLst>
          </p:nvPr>
        </p:nvSpPr>
        <p:spPr>
          <a:xfrm>
            <a:off x="7620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登录注册</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登录界面点击输入框后弹出键盘</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登录注册</a:t>
            </a:r>
            <a:r>
              <a:rPr 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读取</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txt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文件中的信息数据校验输入框信息</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图片 16"/>
          <p:cNvPicPr>
            <a:picLocks noChangeAspect="1"/>
          </p:cNvPicPr>
          <p:nvPr/>
        </p:nvPicPr>
        <p:blipFill>
          <a:blip r:embed="rId8"/>
          <a:stretch>
            <a:fillRect/>
          </a:stretch>
        </p:blipFill>
        <p:spPr>
          <a:xfrm>
            <a:off x="6804025" y="2598420"/>
            <a:ext cx="4371975" cy="2426970"/>
          </a:xfrm>
          <a:prstGeom prst="rect">
            <a:avLst/>
          </a:prstGeom>
        </p:spPr>
      </p:pic>
      <p:pic>
        <p:nvPicPr>
          <p:cNvPr id="18" name="图片 17"/>
          <p:cNvPicPr>
            <a:picLocks noChangeAspect="1"/>
          </p:cNvPicPr>
          <p:nvPr/>
        </p:nvPicPr>
        <p:blipFill>
          <a:blip r:embed="rId9"/>
          <a:stretch>
            <a:fillRect/>
          </a:stretch>
        </p:blipFill>
        <p:spPr>
          <a:xfrm>
            <a:off x="1035685" y="2598420"/>
            <a:ext cx="4512310" cy="2504440"/>
          </a:xfrm>
          <a:prstGeom prst="rect">
            <a:avLst/>
          </a:prstGeom>
        </p:spPr>
      </p:pic>
      <p:pic>
        <p:nvPicPr>
          <p:cNvPr id="19" name="Picture 1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99160" y="2006600"/>
            <a:ext cx="406400" cy="40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a:t>
            </a:r>
            <a:endParaRPr lang="en-US" sz="1100"/>
          </a:p>
        </p:txBody>
      </p:sp>
      <p:sp>
        <p:nvSpPr>
          <p:cNvPr id="5" name="AutoShape 5"/>
          <p:cNvSpPr/>
          <p:nvPr>
            <p:custDataLst>
              <p:tags r:id="rId2"/>
            </p:custDataLst>
          </p:nvPr>
        </p:nvSpPr>
        <p:spPr>
          <a:xfrm>
            <a:off x="7620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登录注册</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现实中姓名重复很正常</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故</a:t>
            </a: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身份证号是唯一标识</a:t>
            </a:r>
            <a:r>
              <a:rPr lang="en-US" alt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登录注册</a:t>
            </a:r>
            <a:r>
              <a:rPr 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登陆成功后跳转地图界面</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顶部每隔一秒更新一次时间</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图片 5"/>
          <p:cNvPicPr>
            <a:picLocks noChangeAspect="1"/>
          </p:cNvPicPr>
          <p:nvPr>
            <p:custDataLst>
              <p:tags r:id="rId8"/>
            </p:custDataLst>
          </p:nvPr>
        </p:nvPicPr>
        <p:blipFill>
          <a:blip r:embed="rId9"/>
          <a:stretch>
            <a:fillRect/>
          </a:stretch>
        </p:blipFill>
        <p:spPr>
          <a:xfrm>
            <a:off x="1287145" y="2567305"/>
            <a:ext cx="4427855" cy="2458085"/>
          </a:xfrm>
          <a:prstGeom prst="rect">
            <a:avLst/>
          </a:prstGeom>
        </p:spPr>
      </p:pic>
      <p:pic>
        <p:nvPicPr>
          <p:cNvPr id="8" name="图片 7"/>
          <p:cNvPicPr>
            <a:picLocks noChangeAspect="1"/>
          </p:cNvPicPr>
          <p:nvPr>
            <p:custDataLst>
              <p:tags r:id="rId10"/>
            </p:custDataLst>
          </p:nvPr>
        </p:nvPicPr>
        <p:blipFill>
          <a:blip r:embed="rId11"/>
          <a:stretch>
            <a:fillRect/>
          </a:stretch>
        </p:blipFill>
        <p:spPr>
          <a:xfrm>
            <a:off x="7076440" y="2615565"/>
            <a:ext cx="4099560" cy="2273935"/>
          </a:xfrm>
          <a:prstGeom prst="rect">
            <a:avLst/>
          </a:prstGeom>
        </p:spPr>
      </p:pic>
      <p:pic>
        <p:nvPicPr>
          <p:cNvPr id="11" name="Picture 10"/>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2006600"/>
            <a:ext cx="406400" cy="406400"/>
          </a:xfrm>
          <a:prstGeom prst="rect">
            <a:avLst/>
          </a:prstGeom>
        </p:spPr>
      </p:pic>
      <p:pic>
        <p:nvPicPr>
          <p:cNvPr id="13" name="Picture 10"/>
          <p:cNvPicPr>
            <a:picLocks noChangeAspect="1"/>
          </p:cNvPicPr>
          <p:nvPr>
            <p:custDataLst>
              <p:tags r:id="rId15"/>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7260" y="2006600"/>
            <a:ext cx="406400" cy="40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 </a:t>
            </a:r>
            <a:endParaRPr lang="en-US" sz="1100"/>
          </a:p>
        </p:txBody>
      </p:sp>
      <p:sp>
        <p:nvSpPr>
          <p:cNvPr id="5" name="AutoShape 5"/>
          <p:cNvSpPr/>
          <p:nvPr>
            <p:custDataLst>
              <p:tags r:id="rId2"/>
            </p:custDataLst>
          </p:nvPr>
        </p:nvSpPr>
        <p:spPr>
          <a:xfrm>
            <a:off x="7620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地图</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页签控制不同楼层显示</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以及右上角图片切换</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这里使用按钮代表各科室位置</a:t>
            </a:r>
            <a:r>
              <a:rPr lang="en-US" alt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点击对应按钮可以跳转科室后读取对应</a:t>
            </a:r>
            <a:r>
              <a:rPr lang="en-US" alt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txt</a:t>
            </a: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文件加载信息</a:t>
            </a:r>
            <a:r>
              <a:rPr lang="en-US" alt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并控制右上角不同科切换显示</a:t>
            </a:r>
            <a:endParaRPr lang="zh-CN" altLang="en-US"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科室信息</a:t>
            </a:r>
            <a:r>
              <a:rPr 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algn="l">
              <a:lnSpc>
                <a:spcPct val="125000"/>
              </a:lnSpc>
              <a:buSzTx/>
              <a:buNone/>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就诊期间会呼叫下一位病患提前抵达科室门口候诊区</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endPar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a:p>
            <a:pPr algn="l">
              <a:lnSpc>
                <a:spcPct val="125000"/>
              </a:lnSpc>
              <a:buSzTx/>
              <a:buNone/>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并显示上午下午的候诊病患信息</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6" name="图片 5"/>
          <p:cNvPicPr>
            <a:picLocks noChangeAspect="1"/>
          </p:cNvPicPr>
          <p:nvPr>
            <p:custDataLst>
              <p:tags r:id="rId8"/>
            </p:custDataLst>
          </p:nvPr>
        </p:nvPicPr>
        <p:blipFill>
          <a:blip r:embed="rId9"/>
          <a:stretch>
            <a:fillRect/>
          </a:stretch>
        </p:blipFill>
        <p:spPr>
          <a:xfrm>
            <a:off x="1231900" y="2476500"/>
            <a:ext cx="4188460" cy="2324735"/>
          </a:xfrm>
          <a:prstGeom prst="rect">
            <a:avLst/>
          </a:prstGeom>
        </p:spPr>
      </p:pic>
      <p:pic>
        <p:nvPicPr>
          <p:cNvPr id="8" name="图片 7"/>
          <p:cNvPicPr>
            <a:picLocks noChangeAspect="1"/>
          </p:cNvPicPr>
          <p:nvPr/>
        </p:nvPicPr>
        <p:blipFill>
          <a:blip r:embed="rId10"/>
          <a:stretch>
            <a:fillRect/>
          </a:stretch>
        </p:blipFill>
        <p:spPr>
          <a:xfrm>
            <a:off x="6921500" y="2621280"/>
            <a:ext cx="3920490" cy="2179955"/>
          </a:xfrm>
          <a:prstGeom prst="rect">
            <a:avLst/>
          </a:prstGeom>
        </p:spPr>
      </p:pic>
      <p:pic>
        <p:nvPicPr>
          <p:cNvPr id="11"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2070100"/>
            <a:ext cx="406400" cy="406400"/>
          </a:xfrm>
          <a:prstGeom prst="rect">
            <a:avLst/>
          </a:prstGeom>
        </p:spPr>
      </p:pic>
      <p:pic>
        <p:nvPicPr>
          <p:cNvPr id="17" name="Picture 14"/>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16000" y="1981835"/>
            <a:ext cx="406400" cy="406400"/>
          </a:xfrm>
          <a:prstGeom prst="rect">
            <a:avLst/>
          </a:prstGeom>
        </p:spPr>
      </p:pic>
      <p:pic>
        <p:nvPicPr>
          <p:cNvPr id="19" name="Picture 18"/>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90520" y="2019935"/>
            <a:ext cx="406400" cy="406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 </a:t>
            </a:r>
            <a:endParaRPr lang="en-US" sz="1100"/>
          </a:p>
        </p:txBody>
      </p:sp>
      <p:sp>
        <p:nvSpPr>
          <p:cNvPr id="5" name="AutoShape 5"/>
          <p:cNvSpPr/>
          <p:nvPr>
            <p:custDataLst>
              <p:tags r:id="rId2"/>
            </p:custDataLst>
          </p:nvPr>
        </p:nvSpPr>
        <p:spPr>
          <a:xfrm>
            <a:off x="7620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科室信息</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医生简介也是从对应的</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txt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中读取展示</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用户挂号</a:t>
            </a:r>
            <a:r>
              <a:rPr 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algn="l">
              <a:lnSpc>
                <a:spcPct val="125000"/>
              </a:lnSpc>
              <a:buSzTx/>
              <a:buNone/>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地图一层点击挂号按钮可以跳转挂号界面</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自由选择中意的科室提交挂号</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11" name="图片 10"/>
          <p:cNvPicPr>
            <a:picLocks noChangeAspect="1"/>
          </p:cNvPicPr>
          <p:nvPr>
            <p:custDataLst>
              <p:tags r:id="rId8"/>
            </p:custDataLst>
          </p:nvPr>
        </p:nvPicPr>
        <p:blipFill>
          <a:blip r:embed="rId9"/>
          <a:stretch>
            <a:fillRect/>
          </a:stretch>
        </p:blipFill>
        <p:spPr>
          <a:xfrm>
            <a:off x="1153160" y="2621280"/>
            <a:ext cx="4197985" cy="2328545"/>
          </a:xfrm>
          <a:prstGeom prst="rect">
            <a:avLst/>
          </a:prstGeom>
        </p:spPr>
      </p:pic>
      <p:pic>
        <p:nvPicPr>
          <p:cNvPr id="17" name="Picture 1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38900" y="2006600"/>
            <a:ext cx="406400" cy="406400"/>
          </a:xfrm>
          <a:prstGeom prst="rect">
            <a:avLst/>
          </a:prstGeom>
        </p:spPr>
      </p:pic>
      <p:pic>
        <p:nvPicPr>
          <p:cNvPr id="19" name="Picture 14"/>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90600" y="2062480"/>
            <a:ext cx="406400" cy="406400"/>
          </a:xfrm>
          <a:prstGeom prst="rect">
            <a:avLst/>
          </a:prstGeom>
        </p:spPr>
      </p:pic>
      <p:pic>
        <p:nvPicPr>
          <p:cNvPr id="6" name="图片 5"/>
          <p:cNvPicPr>
            <a:picLocks noChangeAspect="1"/>
          </p:cNvPicPr>
          <p:nvPr>
            <p:custDataLst>
              <p:tags r:id="rId16"/>
            </p:custDataLst>
          </p:nvPr>
        </p:nvPicPr>
        <p:blipFill>
          <a:blip r:embed="rId17"/>
          <a:stretch>
            <a:fillRect/>
          </a:stretch>
        </p:blipFill>
        <p:spPr>
          <a:xfrm>
            <a:off x="6921500" y="2696210"/>
            <a:ext cx="3672840" cy="2042160"/>
          </a:xfrm>
          <a:prstGeom prst="rect">
            <a:avLst/>
          </a:prstGeom>
        </p:spPr>
      </p:pic>
      <p:pic>
        <p:nvPicPr>
          <p:cNvPr id="15" name="图片 14"/>
          <p:cNvPicPr>
            <a:picLocks noChangeAspect="1"/>
          </p:cNvPicPr>
          <p:nvPr>
            <p:custDataLst>
              <p:tags r:id="rId18"/>
            </p:custDataLst>
          </p:nvPr>
        </p:nvPicPr>
        <p:blipFill>
          <a:blip r:embed="rId19"/>
          <a:stretch>
            <a:fillRect/>
          </a:stretch>
        </p:blipFill>
        <p:spPr>
          <a:xfrm>
            <a:off x="8468995" y="2062480"/>
            <a:ext cx="2770505" cy="11449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 </a:t>
            </a:r>
            <a:endParaRPr lang="en-US" sz="1100"/>
          </a:p>
        </p:txBody>
      </p:sp>
      <p:sp>
        <p:nvSpPr>
          <p:cNvPr id="5" name="AutoShape 5"/>
          <p:cNvSpPr/>
          <p:nvPr>
            <p:custDataLst>
              <p:tags r:id="rId2"/>
            </p:custDataLst>
          </p:nvPr>
        </p:nvSpPr>
        <p:spPr>
          <a:xfrm>
            <a:off x="7620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用户挂号</a:t>
            </a:r>
            <a:r>
              <a:rPr lang="en-US"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现实中需要自行前往科室</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故不做跳转</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刚才登录的姓名正是</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pppp,</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身份证末尾四位</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8789</a:t>
            </a: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医生账号注册模块</a:t>
            </a:r>
            <a:endParaRPr lang="zh-CN"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algn="l">
              <a:lnSpc>
                <a:spcPct val="125000"/>
              </a:lnSpc>
              <a:buSzTx/>
              <a:buNone/>
              <a:defRPr/>
            </a:pPr>
            <a:r>
              <a:rPr 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医院只能注册通过审核的医生</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endPar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a:p>
            <a:pPr algn="l">
              <a:lnSpc>
                <a:spcPct val="125000"/>
              </a:lnSpc>
              <a:buSzTx/>
              <a:buNone/>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会下发邮箱给该医生完成注册</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endPar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a:p>
            <a:pPr algn="l">
              <a:lnSpc>
                <a:spcPct val="125000"/>
              </a:lnSpc>
              <a:buSzTx/>
              <a:buNone/>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医生编号只能注册一次</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与医生线性绑定</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15" name="图片 14"/>
          <p:cNvPicPr>
            <a:picLocks noChangeAspect="1"/>
          </p:cNvPicPr>
          <p:nvPr/>
        </p:nvPicPr>
        <p:blipFill>
          <a:blip r:embed="rId8"/>
          <a:stretch>
            <a:fillRect/>
          </a:stretch>
        </p:blipFill>
        <p:spPr>
          <a:xfrm>
            <a:off x="1397000" y="2770505"/>
            <a:ext cx="3672840" cy="2042160"/>
          </a:xfrm>
          <a:prstGeom prst="rect">
            <a:avLst/>
          </a:prstGeom>
        </p:spPr>
      </p:pic>
      <p:pic>
        <p:nvPicPr>
          <p:cNvPr id="16" name="图片 15"/>
          <p:cNvPicPr>
            <a:picLocks noChangeAspect="1"/>
          </p:cNvPicPr>
          <p:nvPr/>
        </p:nvPicPr>
        <p:blipFill>
          <a:blip r:embed="rId9"/>
          <a:stretch>
            <a:fillRect/>
          </a:stretch>
        </p:blipFill>
        <p:spPr>
          <a:xfrm>
            <a:off x="4069080" y="1896110"/>
            <a:ext cx="1645920" cy="2095500"/>
          </a:xfrm>
          <a:prstGeom prst="rect">
            <a:avLst/>
          </a:prstGeom>
        </p:spPr>
      </p:pic>
      <p:pic>
        <p:nvPicPr>
          <p:cNvPr id="17" name="图片 16"/>
          <p:cNvPicPr>
            <a:picLocks noChangeAspect="1"/>
          </p:cNvPicPr>
          <p:nvPr/>
        </p:nvPicPr>
        <p:blipFill>
          <a:blip r:embed="rId10"/>
          <a:stretch>
            <a:fillRect/>
          </a:stretch>
        </p:blipFill>
        <p:spPr>
          <a:xfrm>
            <a:off x="6730365" y="2847340"/>
            <a:ext cx="3672840" cy="2042160"/>
          </a:xfrm>
          <a:prstGeom prst="rect">
            <a:avLst/>
          </a:prstGeom>
        </p:spPr>
      </p:pic>
      <p:pic>
        <p:nvPicPr>
          <p:cNvPr id="18"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6040" y="2123440"/>
            <a:ext cx="406400" cy="406400"/>
          </a:xfrm>
          <a:prstGeom prst="rect">
            <a:avLst/>
          </a:prstGeom>
        </p:spPr>
      </p:pic>
      <p:pic>
        <p:nvPicPr>
          <p:cNvPr id="19" name="Picture 10"/>
          <p:cNvPicPr>
            <a:picLocks noChangeAspect="1"/>
          </p:cNvPicPr>
          <p:nvPr>
            <p:custDataLst>
              <p:tags r:id="rId14"/>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0600" y="2123440"/>
            <a:ext cx="406400" cy="406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 </a:t>
            </a:r>
            <a:endParaRPr lang="en-US" sz="1100"/>
          </a:p>
        </p:txBody>
      </p:sp>
      <p:sp>
        <p:nvSpPr>
          <p:cNvPr id="5" name="AutoShape 5"/>
          <p:cNvSpPr/>
          <p:nvPr>
            <p:custDataLst>
              <p:tags r:id="rId2"/>
            </p:custDataLst>
          </p:nvPr>
        </p:nvSpPr>
        <p:spPr>
          <a:xfrm>
            <a:off x="7620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医生账号注册模块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不存在的编号无法注册</a:t>
            </a:r>
            <a:endParaRPr 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医生账号注册模块</a:t>
            </a:r>
            <a:endParaRPr lang="zh-CN"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algn="l">
              <a:lnSpc>
                <a:spcPct val="125000"/>
              </a:lnSpc>
              <a:buSzTx/>
              <a:buNone/>
              <a:defRPr/>
            </a:pPr>
            <a:r>
              <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630630</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是为了测试开放的医生编号</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也只能注册一次</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6" name="图片 5"/>
          <p:cNvPicPr>
            <a:picLocks noChangeAspect="1"/>
          </p:cNvPicPr>
          <p:nvPr>
            <p:custDataLst>
              <p:tags r:id="rId8"/>
            </p:custDataLst>
          </p:nvPr>
        </p:nvPicPr>
        <p:blipFill>
          <a:blip r:embed="rId9"/>
          <a:stretch>
            <a:fillRect/>
          </a:stretch>
        </p:blipFill>
        <p:spPr>
          <a:xfrm>
            <a:off x="1247775" y="2573020"/>
            <a:ext cx="4171950" cy="2316480"/>
          </a:xfrm>
          <a:prstGeom prst="rect">
            <a:avLst/>
          </a:prstGeom>
        </p:spPr>
      </p:pic>
      <p:pic>
        <p:nvPicPr>
          <p:cNvPr id="8" name="图片 7"/>
          <p:cNvPicPr>
            <a:picLocks noChangeAspect="1"/>
          </p:cNvPicPr>
          <p:nvPr>
            <p:custDataLst>
              <p:tags r:id="rId10"/>
            </p:custDataLst>
          </p:nvPr>
        </p:nvPicPr>
        <p:blipFill>
          <a:blip r:embed="rId11"/>
          <a:stretch>
            <a:fillRect/>
          </a:stretch>
        </p:blipFill>
        <p:spPr>
          <a:xfrm>
            <a:off x="6883400" y="2702560"/>
            <a:ext cx="3933190" cy="2186940"/>
          </a:xfrm>
          <a:prstGeom prst="rect">
            <a:avLst/>
          </a:prstGeom>
        </p:spPr>
      </p:pic>
      <p:pic>
        <p:nvPicPr>
          <p:cNvPr id="11" name="Picture 10"/>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2085340"/>
            <a:ext cx="406400" cy="406400"/>
          </a:xfrm>
          <a:prstGeom prst="rect">
            <a:avLst/>
          </a:prstGeom>
        </p:spPr>
      </p:pic>
      <p:pic>
        <p:nvPicPr>
          <p:cNvPr id="13" name="Picture 10"/>
          <p:cNvPicPr>
            <a:picLocks noChangeAspect="1"/>
          </p:cNvPicPr>
          <p:nvPr>
            <p:custDataLst>
              <p:tags r:id="rId15"/>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1016000" y="2006600"/>
            <a:ext cx="312420" cy="406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 </a:t>
            </a:r>
            <a:endParaRPr lang="en-US" sz="1100"/>
          </a:p>
        </p:txBody>
      </p:sp>
      <p:sp>
        <p:nvSpPr>
          <p:cNvPr id="5" name="AutoShape 5"/>
          <p:cNvSpPr/>
          <p:nvPr>
            <p:custDataLst>
              <p:tags r:id="rId2"/>
            </p:custDataLst>
          </p:nvPr>
        </p:nvSpPr>
        <p:spPr>
          <a:xfrm>
            <a:off x="669925"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医生账号注册模块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使用该编号即可注册成功</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医生账号登录模块</a:t>
            </a:r>
            <a:endParaRPr lang="zh-CN"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algn="l">
              <a:lnSpc>
                <a:spcPct val="125000"/>
              </a:lnSpc>
              <a:buSzTx/>
              <a:buNone/>
              <a:defRPr/>
            </a:pPr>
            <a:r>
              <a:rPr 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204204</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是已有医生编号</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直接登录</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a:p>
            <a:pPr algn="l">
              <a:lnSpc>
                <a:spcPct val="125000"/>
              </a:lnSpc>
              <a:buSzTx/>
              <a:buNone/>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登录后也是地图界面</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不做重复展示</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11" name="图片 10"/>
          <p:cNvPicPr>
            <a:picLocks noChangeAspect="1"/>
          </p:cNvPicPr>
          <p:nvPr>
            <p:custDataLst>
              <p:tags r:id="rId8"/>
            </p:custDataLst>
          </p:nvPr>
        </p:nvPicPr>
        <p:blipFill>
          <a:blip r:embed="rId9"/>
          <a:stretch>
            <a:fillRect/>
          </a:stretch>
        </p:blipFill>
        <p:spPr>
          <a:xfrm>
            <a:off x="925195" y="2668270"/>
            <a:ext cx="4632960" cy="2552700"/>
          </a:xfrm>
          <a:prstGeom prst="rect">
            <a:avLst/>
          </a:prstGeom>
        </p:spPr>
      </p:pic>
      <p:pic>
        <p:nvPicPr>
          <p:cNvPr id="13" name="图片 12"/>
          <p:cNvPicPr>
            <a:picLocks noChangeAspect="1"/>
          </p:cNvPicPr>
          <p:nvPr>
            <p:custDataLst>
              <p:tags r:id="rId10"/>
            </p:custDataLst>
          </p:nvPr>
        </p:nvPicPr>
        <p:blipFill>
          <a:blip r:embed="rId11"/>
          <a:stretch>
            <a:fillRect/>
          </a:stretch>
        </p:blipFill>
        <p:spPr>
          <a:xfrm>
            <a:off x="6660515" y="2834005"/>
            <a:ext cx="3994785" cy="2221230"/>
          </a:xfrm>
          <a:prstGeom prst="rect">
            <a:avLst/>
          </a:prstGeom>
        </p:spPr>
      </p:pic>
      <p:pic>
        <p:nvPicPr>
          <p:cNvPr id="15" name="Picture 10"/>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2006600"/>
            <a:ext cx="406400" cy="406400"/>
          </a:xfrm>
          <a:prstGeom prst="rect">
            <a:avLst/>
          </a:prstGeom>
        </p:spPr>
      </p:pic>
      <p:pic>
        <p:nvPicPr>
          <p:cNvPr id="16" name="Picture 10"/>
          <p:cNvPicPr>
            <a:picLocks noChangeAspect="1"/>
          </p:cNvPicPr>
          <p:nvPr>
            <p:custDataLst>
              <p:tags r:id="rId15"/>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90600" y="1981200"/>
            <a:ext cx="406400" cy="406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a:t>
            </a:r>
            <a:endParaRPr lang="en-US" sz="1100"/>
          </a:p>
        </p:txBody>
      </p:sp>
      <p:sp>
        <p:nvSpPr>
          <p:cNvPr id="5" name="AutoShape 5"/>
          <p:cNvSpPr/>
          <p:nvPr>
            <p:custDataLst>
              <p:tags r:id="rId2"/>
            </p:custDataLst>
          </p:nvPr>
        </p:nvSpPr>
        <p:spPr>
          <a:xfrm>
            <a:off x="669925"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医生账号登录模块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医生界面相比用户界面多出两个下拉列表</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控制就诊状态</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就诊结束模块</a:t>
            </a:r>
            <a:endParaRPr lang="zh-CN"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必须医生亲自更新就诊是否结束</a:t>
            </a:r>
            <a:r>
              <a:rPr lang="en-US" alt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结束后就诊区显示空闲状态</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18" name="图片 17"/>
          <p:cNvPicPr>
            <a:picLocks noChangeAspect="1"/>
          </p:cNvPicPr>
          <p:nvPr>
            <p:custDataLst>
              <p:tags r:id="rId8"/>
            </p:custDataLst>
          </p:nvPr>
        </p:nvPicPr>
        <p:blipFill>
          <a:blip r:embed="rId9"/>
          <a:stretch>
            <a:fillRect/>
          </a:stretch>
        </p:blipFill>
        <p:spPr>
          <a:xfrm>
            <a:off x="1245870" y="2847340"/>
            <a:ext cx="3672840" cy="2042160"/>
          </a:xfrm>
          <a:prstGeom prst="rect">
            <a:avLst/>
          </a:prstGeom>
        </p:spPr>
      </p:pic>
      <p:pic>
        <p:nvPicPr>
          <p:cNvPr id="19" name="图片 18"/>
          <p:cNvPicPr>
            <a:picLocks noChangeAspect="1"/>
          </p:cNvPicPr>
          <p:nvPr>
            <p:custDataLst>
              <p:tags r:id="rId10"/>
            </p:custDataLst>
          </p:nvPr>
        </p:nvPicPr>
        <p:blipFill>
          <a:blip r:embed="rId11"/>
          <a:stretch>
            <a:fillRect/>
          </a:stretch>
        </p:blipFill>
        <p:spPr>
          <a:xfrm>
            <a:off x="6706870" y="2847340"/>
            <a:ext cx="3672840" cy="2042160"/>
          </a:xfrm>
          <a:prstGeom prst="rect">
            <a:avLst/>
          </a:prstGeom>
        </p:spPr>
      </p:pic>
      <p:pic>
        <p:nvPicPr>
          <p:cNvPr id="20" name="Picture 10"/>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2085340"/>
            <a:ext cx="406400" cy="406400"/>
          </a:xfrm>
          <a:prstGeom prst="rect">
            <a:avLst/>
          </a:prstGeom>
        </p:spPr>
      </p:pic>
      <p:pic>
        <p:nvPicPr>
          <p:cNvPr id="21" name="Picture 10"/>
          <p:cNvPicPr>
            <a:picLocks noChangeAspect="1"/>
          </p:cNvPicPr>
          <p:nvPr>
            <p:custDataLst>
              <p:tags r:id="rId15"/>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90600" y="2085340"/>
            <a:ext cx="406400" cy="406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73E69">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2.6 功能要求 </a:t>
            </a:r>
            <a:endParaRPr lang="en-US" sz="1100"/>
          </a:p>
        </p:txBody>
      </p:sp>
      <p:sp>
        <p:nvSpPr>
          <p:cNvPr id="5" name="AutoShape 5"/>
          <p:cNvSpPr/>
          <p:nvPr>
            <p:custDataLst>
              <p:tags r:id="rId2"/>
            </p:custDataLst>
          </p:nvPr>
        </p:nvSpPr>
        <p:spPr>
          <a:xfrm>
            <a:off x="669925"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过号模块</a:t>
            </a:r>
            <a:endParaRPr lang="en-US" sz="1100"/>
          </a:p>
        </p:txBody>
      </p:sp>
      <p:sp>
        <p:nvSpPr>
          <p:cNvPr id="9" name="AutoShape 9"/>
          <p:cNvSpPr/>
          <p:nvPr>
            <p:custDataLst>
              <p:tags r:id="rId4"/>
            </p:custDataLst>
          </p:nvPr>
        </p:nvSpPr>
        <p:spPr>
          <a:xfrm>
            <a:off x="10160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点击</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-o-</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后代表呼叫中的病患已抵达科室</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开始就诊</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原空闲状态变为原呼叫区病患</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原呼叫区病患变为右侧待诊区原第一个病患</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6286500" y="1778000"/>
            <a:ext cx="5143500" cy="4572000"/>
          </a:xfrm>
          <a:prstGeom prst="roundRect">
            <a:avLst>
              <a:gd name="adj" fmla="val 2777"/>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6"/>
            </p:custDataLst>
          </p:nvPr>
        </p:nvSpPr>
        <p:spPr>
          <a:xfrm>
            <a:off x="6921500" y="2006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18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过号模块</a:t>
            </a:r>
            <a:endParaRPr lang="zh-CN" sz="1100"/>
          </a:p>
        </p:txBody>
      </p:sp>
      <p:sp>
        <p:nvSpPr>
          <p:cNvPr id="14" name="AutoShape 14"/>
          <p:cNvSpPr/>
          <p:nvPr>
            <p:custDataLst>
              <p:tags r:id="rId7"/>
            </p:custDataLst>
          </p:nvPr>
        </p:nvSpPr>
        <p:spPr>
          <a:xfrm>
            <a:off x="6540500" y="48895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若呼叫病患未抵达</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点击</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-x-,</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将其过号处理</a:t>
            </a:r>
            <a:r>
              <a:rPr lang="en-US" altLang="zh-CN" sz="1400">
                <a:solidFill>
                  <a:srgbClr val="FFFFFF">
                    <a:alpha val="90196"/>
                  </a:srgbClr>
                </a:solidFill>
                <a:latin typeface="Noto Sans SC" panose="020B0200000000000000" charset="-122"/>
                <a:ea typeface="Noto Sans SC" panose="020B0200000000000000" charset="-122"/>
                <a:cs typeface="Noto Sans SC" panose="020B0200000000000000" charset="-122"/>
              </a:rPr>
              <a:t>,</a:t>
            </a:r>
            <a:r>
              <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rPr>
              <a:t>重新排队到下午最后一个</a:t>
            </a:r>
            <a:endParaRPr lang="zh-CN" altLang="en-US" sz="1400">
              <a:solidFill>
                <a:srgbClr val="FFFFFF">
                  <a:alpha val="90196"/>
                </a:srgbClr>
              </a:solidFill>
              <a:latin typeface="Noto Sans SC" panose="020B0200000000000000" charset="-122"/>
              <a:ea typeface="Noto Sans SC" panose="020B0200000000000000" charset="-122"/>
              <a:cs typeface="Noto Sans SC" panose="020B0200000000000000" charset="-122"/>
            </a:endParaRPr>
          </a:p>
        </p:txBody>
      </p:sp>
      <p:pic>
        <p:nvPicPr>
          <p:cNvPr id="6" name="图片 5"/>
          <p:cNvPicPr>
            <a:picLocks noChangeAspect="1"/>
          </p:cNvPicPr>
          <p:nvPr>
            <p:custDataLst>
              <p:tags r:id="rId8"/>
            </p:custDataLst>
          </p:nvPr>
        </p:nvPicPr>
        <p:blipFill>
          <a:blip r:embed="rId9"/>
          <a:stretch>
            <a:fillRect/>
          </a:stretch>
        </p:blipFill>
        <p:spPr>
          <a:xfrm>
            <a:off x="1181100" y="2682875"/>
            <a:ext cx="3977640" cy="2206625"/>
          </a:xfrm>
          <a:prstGeom prst="rect">
            <a:avLst/>
          </a:prstGeom>
        </p:spPr>
      </p:pic>
      <p:pic>
        <p:nvPicPr>
          <p:cNvPr id="11" name="图片 10"/>
          <p:cNvPicPr>
            <a:picLocks noChangeAspect="1"/>
          </p:cNvPicPr>
          <p:nvPr>
            <p:custDataLst>
              <p:tags r:id="rId10"/>
            </p:custDataLst>
          </p:nvPr>
        </p:nvPicPr>
        <p:blipFill>
          <a:blip r:embed="rId11"/>
          <a:stretch>
            <a:fillRect/>
          </a:stretch>
        </p:blipFill>
        <p:spPr>
          <a:xfrm>
            <a:off x="6875780" y="2764790"/>
            <a:ext cx="3672840" cy="2042160"/>
          </a:xfrm>
          <a:prstGeom prst="rect">
            <a:avLst/>
          </a:prstGeom>
        </p:spPr>
      </p:pic>
      <p:pic>
        <p:nvPicPr>
          <p:cNvPr id="13" name="Picture 6"/>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24560" y="2006600"/>
            <a:ext cx="406400" cy="406400"/>
          </a:xfrm>
          <a:prstGeom prst="rect">
            <a:avLst/>
          </a:prstGeom>
        </p:spPr>
      </p:pic>
      <p:pic>
        <p:nvPicPr>
          <p:cNvPr id="16" name="Picture 6"/>
          <p:cNvPicPr>
            <a:picLocks noChangeAspect="1"/>
          </p:cNvPicPr>
          <p:nvPr>
            <p:custDataLst>
              <p:tags r:id="rId15"/>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15100" y="2006600"/>
            <a:ext cx="406400" cy="406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83" r="8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55EAC">
              <a:alpha val="7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09600" y="609600"/>
            <a:ext cx="10972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项目总结与致谢</a:t>
            </a:r>
            <a:endParaRPr lang="en-US" sz="1100"/>
          </a:p>
        </p:txBody>
      </p:sp>
      <p:sp>
        <p:nvSpPr>
          <p:cNvPr id="5" name="AutoShape 5"/>
          <p:cNvSpPr/>
          <p:nvPr/>
        </p:nvSpPr>
        <p:spPr>
          <a:xfrm>
            <a:off x="609600" y="1651000"/>
            <a:ext cx="5207000" cy="4318000"/>
          </a:xfrm>
          <a:prstGeom prst="roundRect">
            <a:avLst>
              <a:gd name="adj" fmla="val 2941"/>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1955800"/>
            <a:ext cx="457200" cy="457200"/>
          </a:xfrm>
          <a:prstGeom prst="rect">
            <a:avLst/>
          </a:prstGeom>
        </p:spPr>
      </p:pic>
      <p:sp>
        <p:nvSpPr>
          <p:cNvPr id="7" name="AutoShape 7"/>
          <p:cNvSpPr/>
          <p:nvPr/>
        </p:nvSpPr>
        <p:spPr>
          <a:xfrm>
            <a:off x="1498600" y="19558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方案核心总结</a:t>
            </a:r>
            <a:endParaRPr lang="en-US" sz="1100"/>
          </a:p>
        </p:txBody>
      </p:sp>
      <p:cxnSp>
        <p:nvCxnSpPr>
          <p:cNvPr id="8" name="Connector 8"/>
          <p:cNvCxnSpPr/>
          <p:nvPr/>
        </p:nvCxnSpPr>
        <p:spPr>
          <a:xfrm rot="-9496">
            <a:off x="914409" y="2482850"/>
            <a:ext cx="45974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9" name="AutoShape 9"/>
          <p:cNvSpPr/>
          <p:nvPr/>
        </p:nvSpPr>
        <p:spPr>
          <a:xfrm>
            <a:off x="914400" y="2667000"/>
            <a:ext cx="4597400" cy="304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本次项目核心收获是用宏定义了一个</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DBG</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用来打印当前行和当前文件</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对于我寻找</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bug</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有非常大的作用</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测试结束后只需要设把宏设置为</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即可关闭此功能</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不会拉慢程序的运行效率</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通过本次项目进一步加深了对头文件</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全局变量</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宏</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函数申明的理解</a:t>
            </a:r>
            <a:r>
              <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altLang="zh-CN"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最大的收获是心理抗压能力史诗性提升</a:t>
            </a: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zh-CN" alt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1651000"/>
            <a:ext cx="5207000" cy="4318000"/>
          </a:xfrm>
          <a:prstGeom prst="roundRect">
            <a:avLst>
              <a:gd name="adj" fmla="val 2941"/>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955800"/>
            <a:ext cx="457200" cy="457200"/>
          </a:xfrm>
          <a:prstGeom prst="rect">
            <a:avLst/>
          </a:prstGeom>
        </p:spPr>
      </p:pic>
      <p:sp>
        <p:nvSpPr>
          <p:cNvPr id="12" name="AutoShape 12"/>
          <p:cNvSpPr/>
          <p:nvPr/>
        </p:nvSpPr>
        <p:spPr>
          <a:xfrm>
            <a:off x="7112000" y="19558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cxnSp>
        <p:nvCxnSpPr>
          <p:cNvPr id="13" name="Connector 13"/>
          <p:cNvCxnSpPr/>
          <p:nvPr/>
        </p:nvCxnSpPr>
        <p:spPr>
          <a:xfrm rot="-9496">
            <a:off x="6527809" y="2482850"/>
            <a:ext cx="45974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14" name="AutoShape 14"/>
          <p:cNvSpPr/>
          <p:nvPr/>
        </p:nvSpPr>
        <p:spPr>
          <a:xfrm>
            <a:off x="6527800" y="2827020"/>
            <a:ext cx="45974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感谢各位聆听与指导。</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zh-CN" altLang="en-US" sz="7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谢谢大家</a:t>
            </a:r>
            <a:endParaRPr lang="en-US" sz="7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我们相信，通过本方案的实施，能够有效解决医院门诊排队的痛点问题。期待与您携手，共创智慧医疗新体验！</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Picture 15"/>
          <p:cNvPicPr>
            <a:picLocks noChangeAspect="1"/>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23,&quot;left&quot;:231.2,&quot;top&quot;:146.4,&quot;width&quot;:480}"/>
</p:tagLst>
</file>

<file path=ppt/tags/tag2.xml><?xml version="1.0" encoding="utf-8"?>
<p:tagLst xmlns:p="http://schemas.openxmlformats.org/presentationml/2006/main">
  <p:tag name="KSO_WM_DIAGRAM_VIRTUALLY_FRAME" val="{&quot;height&quot;:323,&quot;left&quot;:231.2,&quot;top&quot;:146.4,&quot;width&quot;:480}"/>
</p:tagLst>
</file>

<file path=ppt/tags/tag3.xml><?xml version="1.0" encoding="utf-8"?>
<p:tagLst xmlns:p="http://schemas.openxmlformats.org/presentationml/2006/main">
  <p:tag name="KSO_WM_DIAGRAM_VIRTUALLY_FRAME" val="{&quot;height&quot;:323,&quot;left&quot;:231.2,&quot;top&quot;:146.4,&quot;width&quot;:480}"/>
</p:tagLst>
</file>

<file path=ppt/tags/tag4.xml><?xml version="1.0" encoding="utf-8"?>
<p:tagLst xmlns:p="http://schemas.openxmlformats.org/presentationml/2006/main">
  <p:tag name="KSO_WM_DIAGRAM_VIRTUALLY_FRAME" val="{&quot;height&quot;:323,&quot;left&quot;:231.2,&quot;top&quot;:146.4,&quot;width&quot;:480}"/>
</p:tagLst>
</file>

<file path=ppt/tags/tag5.xml><?xml version="1.0" encoding="utf-8"?>
<p:tagLst xmlns:p="http://schemas.openxmlformats.org/presentationml/2006/main">
  <p:tag name="KSO_WM_DIAGRAM_VIRTUALLY_FRAME" val="{&quot;height&quot;:323,&quot;left&quot;:231.2,&quot;top&quot;:146.4,&quot;width&quot;:480}"/>
</p:tagLst>
</file>

<file path=ppt/tags/tag6.xml><?xml version="1.0" encoding="utf-8"?>
<p:tagLst xmlns:p="http://schemas.openxmlformats.org/presentationml/2006/main">
  <p:tag name="KSO_WM_DIAGRAM_VIRTUALLY_FRAME" val="{&quot;height&quot;:323,&quot;left&quot;:231.2,&quot;top&quot;:146.4,&quot;width&quot;:480}"/>
</p:tagLst>
</file>

<file path=ppt/tags/tag7.xml><?xml version="1.0" encoding="utf-8"?>
<p:tagLst xmlns:p="http://schemas.openxmlformats.org/presentationml/2006/main">
  <p:tag name="KSO_WM_DIAGRAM_VIRTUALLY_FRAME" val="{&quot;height&quot;:323,&quot;left&quot;:231.2,&quot;top&quot;:146.4,&quot;width&quot;:480}"/>
</p:tagLst>
</file>

<file path=ppt/tags/tag8.xml><?xml version="1.0" encoding="utf-8"?>
<p:tagLst xmlns:p="http://schemas.openxmlformats.org/presentationml/2006/main">
  <p:tag name="KSO_WM_DIAGRAM_VIRTUALLY_FRAME" val="{&quot;height&quot;:323,&quot;left&quot;:231.2,&quot;top&quot;:146.4,&quot;width&quot;:480}"/>
</p:tagLst>
</file>

<file path=ppt/tags/tag9.xml><?xml version="1.0" encoding="utf-8"?>
<p:tagLst xmlns:p="http://schemas.openxmlformats.org/presentationml/2006/main">
  <p:tag name="KSO_WM_DIAGRAM_VIRTUALLY_FRAME" val="{&quot;height&quot;:323,&quot;left&quot;:231.2,&quot;top&quot;:146.4,&quot;width&quot;:480}"/>
</p:tagLst>
</file>

<file path=ppt/tags/tag10.xml><?xml version="1.0" encoding="utf-8"?>
<p:tagLst xmlns:p="http://schemas.openxmlformats.org/presentationml/2006/main">
  <p:tag name="KSO_WM_DIAGRAM_VIRTUALLY_FRAME" val="{&quot;height&quot;:323,&quot;left&quot;:231.2,&quot;top&quot;:146.4,&quot;width&quot;:480}"/>
</p:tagLst>
</file>

<file path=ppt/tags/tag11.xml><?xml version="1.0" encoding="utf-8"?>
<p:tagLst xmlns:p="http://schemas.openxmlformats.org/presentationml/2006/main">
  <p:tag name="KSO_WM_DIAGRAM_VIRTUALLY_FRAME" val="{&quot;height&quot;:323,&quot;left&quot;:231.2,&quot;top&quot;:146.4,&quot;width&quot;:480}"/>
</p:tagLst>
</file>

<file path=ppt/tags/tag12.xml><?xml version="1.0" encoding="utf-8"?>
<p:tagLst xmlns:p="http://schemas.openxmlformats.org/presentationml/2006/main">
  <p:tag name="KSO_WM_DIAGRAM_VIRTUALLY_FRAME" val="{&quot;height&quot;:323,&quot;left&quot;:231.2,&quot;top&quot;:146.4,&quot;width&quot;:480}"/>
</p:tagLst>
</file>

<file path=ppt/tags/tag13.xml><?xml version="1.0" encoding="utf-8"?>
<p:tagLst xmlns:p="http://schemas.openxmlformats.org/presentationml/2006/main">
  <p:tag name="KSO_WM_DIAGRAM_VIRTUALLY_FRAME" val="{&quot;height&quot;:323,&quot;left&quot;:231.2,&quot;top&quot;:146.4,&quot;width&quot;:480}"/>
</p:tagLst>
</file>

<file path=ppt/tags/tag14.xml><?xml version="1.0" encoding="utf-8"?>
<p:tagLst xmlns:p="http://schemas.openxmlformats.org/presentationml/2006/main">
  <p:tag name="KSO_WM_DIAGRAM_VIRTUALLY_FRAME" val="{&quot;height&quot;:323,&quot;left&quot;:231.2,&quot;top&quot;:146.4,&quot;width&quot;:480}"/>
</p:tagLst>
</file>

<file path=ppt/tags/tag15.xml><?xml version="1.0" encoding="utf-8"?>
<p:tagLst xmlns:p="http://schemas.openxmlformats.org/presentationml/2006/main">
  <p:tag name="KSO_WM_DIAGRAM_VIRTUALLY_FRAME" val="{&quot;height&quot;:323,&quot;left&quot;:231.2,&quot;top&quot;:146.4,&quot;width&quot;:480}"/>
</p:tagLst>
</file>

<file path=ppt/tags/tag16.xml><?xml version="1.0" encoding="utf-8"?>
<p:tagLst xmlns:p="http://schemas.openxmlformats.org/presentationml/2006/main">
  <p:tag name="KSO_WM_DIAGRAM_VIRTUALLY_FRAME" val="{&quot;height&quot;:323,&quot;left&quot;:231.2,&quot;top&quot;:146.4,&quot;width&quot;:480}"/>
</p:tagLst>
</file>

<file path=ppt/tags/tag17.xml><?xml version="1.0" encoding="utf-8"?>
<p:tagLst xmlns:p="http://schemas.openxmlformats.org/presentationml/2006/main">
  <p:tag name="KSO_WM_DIAGRAM_VIRTUALLY_FRAME" val="{&quot;height&quot;:323,&quot;left&quot;:231.2,&quot;top&quot;:146.4,&quot;width&quot;:480}"/>
</p:tagLst>
</file>

<file path=ppt/tags/tag18.xml><?xml version="1.0" encoding="utf-8"?>
<p:tagLst xmlns:p="http://schemas.openxmlformats.org/presentationml/2006/main">
  <p:tag name="KSO_WM_DIAGRAM_VIRTUALLY_FRAME" val="{&quot;height&quot;:323,&quot;left&quot;:231.2,&quot;top&quot;:146.4,&quot;width&quot;:480}"/>
</p:tagLst>
</file>

<file path=ppt/tags/tag19.xml><?xml version="1.0" encoding="utf-8"?>
<p:tagLst xmlns:p="http://schemas.openxmlformats.org/presentationml/2006/main">
  <p:tag name="KSO_WM_DIAGRAM_VIRTUALLY_FRAME" val="{&quot;height&quot;:280,&quot;left&quot;:60,&quot;top&quot;:160,&quot;width&quot;:820}"/>
</p:tagLst>
</file>

<file path=ppt/tags/tag20.xml><?xml version="1.0" encoding="utf-8"?>
<p:tagLst xmlns:p="http://schemas.openxmlformats.org/presentationml/2006/main">
  <p:tag name="KSO_WM_DIAGRAM_VIRTUALLY_FRAME" val="{&quot;height&quot;:280,&quot;left&quot;:60,&quot;top&quot;:160,&quot;width&quot;:820}"/>
</p:tagLst>
</file>

<file path=ppt/tags/tag21.xml><?xml version="1.0" encoding="utf-8"?>
<p:tagLst xmlns:p="http://schemas.openxmlformats.org/presentationml/2006/main">
  <p:tag name="KSO_WM_DIAGRAM_VIRTUALLY_FRAME" val="{&quot;height&quot;:280,&quot;left&quot;:60,&quot;top&quot;:160,&quot;width&quot;:820}"/>
</p:tagLst>
</file>

<file path=ppt/tags/tag22.xml><?xml version="1.0" encoding="utf-8"?>
<p:tagLst xmlns:p="http://schemas.openxmlformats.org/presentationml/2006/main">
  <p:tag name="KSO_WM_DIAGRAM_VIRTUALLY_FRAME" val="{&quot;height&quot;:280,&quot;left&quot;:60,&quot;top&quot;:160,&quot;width&quot;:820}"/>
</p:tagLst>
</file>

<file path=ppt/tags/tag23.xml><?xml version="1.0" encoding="utf-8"?>
<p:tagLst xmlns:p="http://schemas.openxmlformats.org/presentationml/2006/main">
  <p:tag name="KSO_WM_DIAGRAM_VIRTUALLY_FRAME" val="{&quot;height&quot;:280,&quot;left&quot;:60,&quot;top&quot;:160,&quot;width&quot;:820}"/>
</p:tagLst>
</file>

<file path=ppt/tags/tag24.xml><?xml version="1.0" encoding="utf-8"?>
<p:tagLst xmlns:p="http://schemas.openxmlformats.org/presentationml/2006/main">
  <p:tag name="KSO_WM_DIAGRAM_VIRTUALLY_FRAME" val="{&quot;height&quot;:280,&quot;left&quot;:60,&quot;top&quot;:160,&quot;width&quot;:820}"/>
</p:tagLst>
</file>

<file path=ppt/tags/tag25.xml><?xml version="1.0" encoding="utf-8"?>
<p:tagLst xmlns:p="http://schemas.openxmlformats.org/presentationml/2006/main">
  <p:tag name="KSO_WM_DIAGRAM_VIRTUALLY_FRAME" val="{&quot;height&quot;:280,&quot;left&quot;:60,&quot;top&quot;:160,&quot;width&quot;:820}"/>
</p:tagLst>
</file>

<file path=ppt/tags/tag26.xml><?xml version="1.0" encoding="utf-8"?>
<p:tagLst xmlns:p="http://schemas.openxmlformats.org/presentationml/2006/main">
  <p:tag name="KSO_WM_DIAGRAM_VIRTUALLY_FRAME" val="{&quot;height&quot;:280,&quot;left&quot;:60,&quot;top&quot;:160,&quot;width&quot;:820}"/>
</p:tagLst>
</file>

<file path=ppt/tags/tag27.xml><?xml version="1.0" encoding="utf-8"?>
<p:tagLst xmlns:p="http://schemas.openxmlformats.org/presentationml/2006/main">
  <p:tag name="KSO_WM_DIAGRAM_VIRTUALLY_FRAME" val="{&quot;height&quot;:280,&quot;left&quot;:60,&quot;top&quot;:160,&quot;width&quot;:820}"/>
</p:tagLst>
</file>

<file path=ppt/tags/tag28.xml><?xml version="1.0" encoding="utf-8"?>
<p:tagLst xmlns:p="http://schemas.openxmlformats.org/presentationml/2006/main">
  <p:tag name="KSO_WM_DIAGRAM_VIRTUALLY_FRAME" val="{&quot;height&quot;:280,&quot;left&quot;:60,&quot;top&quot;:160,&quot;width&quot;:820}"/>
</p:tagLst>
</file>

<file path=ppt/tags/tag29.xml><?xml version="1.0" encoding="utf-8"?>
<p:tagLst xmlns:p="http://schemas.openxmlformats.org/presentationml/2006/main">
  <p:tag name="KSO_WM_DIAGRAM_VIRTUALLY_FRAME" val="{&quot;height&quot;:375,&quot;left&quot;:60,&quot;top&quot;:140,&quot;width&quot;:840}"/>
</p:tagLst>
</file>

<file path=ppt/tags/tag30.xml><?xml version="1.0" encoding="utf-8"?>
<p:tagLst xmlns:p="http://schemas.openxmlformats.org/presentationml/2006/main">
  <p:tag name="KSO_WM_DIAGRAM_VIRTUALLY_FRAME" val="{&quot;height&quot;:375,&quot;left&quot;:60,&quot;top&quot;:140,&quot;width&quot;:840}"/>
</p:tagLst>
</file>

<file path=ppt/tags/tag31.xml><?xml version="1.0" encoding="utf-8"?>
<p:tagLst xmlns:p="http://schemas.openxmlformats.org/presentationml/2006/main">
  <p:tag name="KSO_WM_DIAGRAM_VIRTUALLY_FRAME" val="{&quot;height&quot;:375,&quot;left&quot;:60,&quot;top&quot;:140,&quot;width&quot;:840}"/>
</p:tagLst>
</file>

<file path=ppt/tags/tag32.xml><?xml version="1.0" encoding="utf-8"?>
<p:tagLst xmlns:p="http://schemas.openxmlformats.org/presentationml/2006/main">
  <p:tag name="KSO_WM_DIAGRAM_VIRTUALLY_FRAME" val="{&quot;height&quot;:375,&quot;left&quot;:60,&quot;top&quot;:140,&quot;width&quot;:840}"/>
</p:tagLst>
</file>

<file path=ppt/tags/tag33.xml><?xml version="1.0" encoding="utf-8"?>
<p:tagLst xmlns:p="http://schemas.openxmlformats.org/presentationml/2006/main">
  <p:tag name="KSO_WM_DIAGRAM_VIRTUALLY_FRAME" val="{&quot;height&quot;:375,&quot;left&quot;:60,&quot;top&quot;:140,&quot;width&quot;:840}"/>
</p:tagLst>
</file>

<file path=ppt/tags/tag34.xml><?xml version="1.0" encoding="utf-8"?>
<p:tagLst xmlns:p="http://schemas.openxmlformats.org/presentationml/2006/main">
  <p:tag name="KSO_WM_DIAGRAM_VIRTUALLY_FRAME" val="{&quot;height&quot;:375,&quot;left&quot;:60,&quot;top&quot;:140,&quot;width&quot;:840}"/>
</p:tagLst>
</file>

<file path=ppt/tags/tag35.xml><?xml version="1.0" encoding="utf-8"?>
<p:tagLst xmlns:p="http://schemas.openxmlformats.org/presentationml/2006/main">
  <p:tag name="KSO_WM_DIAGRAM_VIRTUALLY_FRAME" val="{&quot;height&quot;:375,&quot;left&quot;:60,&quot;top&quot;:140,&quot;width&quot;:840}"/>
</p:tagLst>
</file>

<file path=ppt/tags/tag36.xml><?xml version="1.0" encoding="utf-8"?>
<p:tagLst xmlns:p="http://schemas.openxmlformats.org/presentationml/2006/main">
  <p:tag name="KSO_WM_DIAGRAM_VIRTUALLY_FRAME" val="{&quot;height&quot;:375,&quot;left&quot;:60,&quot;top&quot;:140,&quot;width&quot;:840}"/>
</p:tagLst>
</file>

<file path=ppt/tags/tag37.xml><?xml version="1.0" encoding="utf-8"?>
<p:tagLst xmlns:p="http://schemas.openxmlformats.org/presentationml/2006/main">
  <p:tag name="KSO_WM_DIAGRAM_VIRTUALLY_FRAME" val="{&quot;height&quot;:375,&quot;left&quot;:60,&quot;top&quot;:140,&quot;width&quot;:840}"/>
</p:tagLst>
</file>

<file path=ppt/tags/tag38.xml><?xml version="1.0" encoding="utf-8"?>
<p:tagLst xmlns:p="http://schemas.openxmlformats.org/presentationml/2006/main">
  <p:tag name="KSO_WM_DIAGRAM_VIRTUALLY_FRAME" val="{&quot;height&quot;:375,&quot;left&quot;:60,&quot;top&quot;:140,&quot;width&quot;:840}"/>
</p:tagLst>
</file>

<file path=ppt/tags/tag39.xml><?xml version="1.0" encoding="utf-8"?>
<p:tagLst xmlns:p="http://schemas.openxmlformats.org/presentationml/2006/main">
  <p:tag name="KSO_WM_DIAGRAM_VIRTUALLY_FRAME" val="{&quot;height&quot;:375,&quot;left&quot;:60,&quot;top&quot;:140,&quot;width&quot;:840}"/>
</p:tagLst>
</file>

<file path=ppt/tags/tag40.xml><?xml version="1.0" encoding="utf-8"?>
<p:tagLst xmlns:p="http://schemas.openxmlformats.org/presentationml/2006/main">
  <p:tag name="KSO_WM_DIAGRAM_VIRTUALLY_FRAME" val="{&quot;height&quot;:375,&quot;left&quot;:60,&quot;top&quot;:140,&quot;width&quot;:840}"/>
</p:tagLst>
</file>

<file path=ppt/tags/tag41.xml><?xml version="1.0" encoding="utf-8"?>
<p:tagLst xmlns:p="http://schemas.openxmlformats.org/presentationml/2006/main">
  <p:tag name="KSO_WM_DIAGRAM_VIRTUALLY_FRAME" val="{&quot;height&quot;:375,&quot;left&quot;:60,&quot;top&quot;:140,&quot;width&quot;:840}"/>
</p:tagLst>
</file>

<file path=ppt/tags/tag42.xml><?xml version="1.0" encoding="utf-8"?>
<p:tagLst xmlns:p="http://schemas.openxmlformats.org/presentationml/2006/main">
  <p:tag name="KSO_WM_DIAGRAM_VIRTUALLY_FRAME" val="{&quot;height&quot;:375,&quot;left&quot;:60,&quot;top&quot;:140,&quot;width&quot;:840}"/>
</p:tagLst>
</file>

<file path=ppt/tags/tag43.xml><?xml version="1.0" encoding="utf-8"?>
<p:tagLst xmlns:p="http://schemas.openxmlformats.org/presentationml/2006/main">
  <p:tag name="KSO_WM_DIAGRAM_VIRTUALLY_FRAME" val="{&quot;height&quot;:375,&quot;left&quot;:60,&quot;top&quot;:140,&quot;width&quot;:840}"/>
</p:tagLst>
</file>

<file path=ppt/tags/tag44.xml><?xml version="1.0" encoding="utf-8"?>
<p:tagLst xmlns:p="http://schemas.openxmlformats.org/presentationml/2006/main">
  <p:tag name="KSO_WM_DIAGRAM_VIRTUALLY_FRAME" val="{&quot;height&quot;:375,&quot;left&quot;:60,&quot;top&quot;:140,&quot;width&quot;:840}"/>
</p:tagLst>
</file>

<file path=ppt/tags/tag45.xml><?xml version="1.0" encoding="utf-8"?>
<p:tagLst xmlns:p="http://schemas.openxmlformats.org/presentationml/2006/main">
  <p:tag name="KSO_WM_DIAGRAM_VIRTUALLY_FRAME" val="{&quot;height&quot;:375,&quot;left&quot;:60,&quot;top&quot;:140,&quot;width&quot;:840}"/>
</p:tagLst>
</file>

<file path=ppt/tags/tag46.xml><?xml version="1.0" encoding="utf-8"?>
<p:tagLst xmlns:p="http://schemas.openxmlformats.org/presentationml/2006/main">
  <p:tag name="KSO_WM_DIAGRAM_VIRTUALLY_FRAME" val="{&quot;height&quot;:375,&quot;left&quot;:60,&quot;top&quot;:140,&quot;width&quot;:840}"/>
</p:tagLst>
</file>

<file path=ppt/tags/tag47.xml><?xml version="1.0" encoding="utf-8"?>
<p:tagLst xmlns:p="http://schemas.openxmlformats.org/presentationml/2006/main">
  <p:tag name="KSO_WM_DIAGRAM_VIRTUALLY_FRAME" val="{&quot;height&quot;:375,&quot;left&quot;:60,&quot;top&quot;:140,&quot;width&quot;:840}"/>
</p:tagLst>
</file>

<file path=ppt/tags/tag48.xml><?xml version="1.0" encoding="utf-8"?>
<p:tagLst xmlns:p="http://schemas.openxmlformats.org/presentationml/2006/main">
  <p:tag name="KSO_WM_DIAGRAM_VIRTUALLY_FRAME" val="{&quot;height&quot;:375,&quot;left&quot;:60,&quot;top&quot;:140,&quot;width&quot;:840}"/>
</p:tagLst>
</file>

<file path=ppt/tags/tag49.xml><?xml version="1.0" encoding="utf-8"?>
<p:tagLst xmlns:p="http://schemas.openxmlformats.org/presentationml/2006/main">
  <p:tag name="KSO_WM_DIAGRAM_VIRTUALLY_FRAME" val="{&quot;height&quot;:360,&quot;left&quot;:60,&quot;top&quot;:140,&quot;width&quot;:840}"/>
</p:tagLst>
</file>

<file path=ppt/tags/tag50.xml><?xml version="1.0" encoding="utf-8"?>
<p:tagLst xmlns:p="http://schemas.openxmlformats.org/presentationml/2006/main">
  <p:tag name="KSO_WM_DIAGRAM_VIRTUALLY_FRAME" val="{&quot;height&quot;:360,&quot;left&quot;:60,&quot;top&quot;:140,&quot;width&quot;:840}"/>
</p:tagLst>
</file>

<file path=ppt/tags/tag51.xml><?xml version="1.0" encoding="utf-8"?>
<p:tagLst xmlns:p="http://schemas.openxmlformats.org/presentationml/2006/main">
  <p:tag name="KSO_WM_DIAGRAM_VIRTUALLY_FRAME" val="{&quot;height&quot;:360,&quot;left&quot;:60,&quot;top&quot;:140,&quot;width&quot;:840}"/>
</p:tagLst>
</file>

<file path=ppt/tags/tag52.xml><?xml version="1.0" encoding="utf-8"?>
<p:tagLst xmlns:p="http://schemas.openxmlformats.org/presentationml/2006/main">
  <p:tag name="KSO_WM_DIAGRAM_VIRTUALLY_FRAME" val="{&quot;height&quot;:360,&quot;left&quot;:60,&quot;top&quot;:140,&quot;width&quot;:840}"/>
</p:tagLst>
</file>

<file path=ppt/tags/tag53.xml><?xml version="1.0" encoding="utf-8"?>
<p:tagLst xmlns:p="http://schemas.openxmlformats.org/presentationml/2006/main">
  <p:tag name="KSO_WM_DIAGRAM_VIRTUALLY_FRAME" val="{&quot;height&quot;:360,&quot;left&quot;:60,&quot;top&quot;:140,&quot;width&quot;:840}"/>
</p:tagLst>
</file>

<file path=ppt/tags/tag54.xml><?xml version="1.0" encoding="utf-8"?>
<p:tagLst xmlns:p="http://schemas.openxmlformats.org/presentationml/2006/main">
  <p:tag name="KSO_WM_DIAGRAM_VIRTUALLY_FRAME" val="{&quot;height&quot;:360,&quot;left&quot;:60,&quot;top&quot;:140,&quot;width&quot;:840}"/>
</p:tagLst>
</file>

<file path=ppt/tags/tag55.xml><?xml version="1.0" encoding="utf-8"?>
<p:tagLst xmlns:p="http://schemas.openxmlformats.org/presentationml/2006/main">
  <p:tag name="KSO_WM_DIAGRAM_VIRTUALLY_FRAME" val="{&quot;height&quot;:280,&quot;left&quot;:60,&quot;top&quot;:160,&quot;width&quot;:840}"/>
</p:tagLst>
</file>

<file path=ppt/tags/tag56.xml><?xml version="1.0" encoding="utf-8"?>
<p:tagLst xmlns:p="http://schemas.openxmlformats.org/presentationml/2006/main">
  <p:tag name="KSO_WM_DIAGRAM_VIRTUALLY_FRAME" val="{&quot;height&quot;:360,&quot;left&quot;:60,&quot;top&quot;:140,&quot;width&quot;:840}"/>
</p:tagLst>
</file>

<file path=ppt/tags/tag57.xml><?xml version="1.0" encoding="utf-8"?>
<p:tagLst xmlns:p="http://schemas.openxmlformats.org/presentationml/2006/main">
  <p:tag name="KSO_WM_DIAGRAM_VIRTUALLY_FRAME" val="{&quot;height&quot;:360,&quot;left&quot;:60,&quot;top&quot;:140,&quot;width&quot;:840}"/>
</p:tagLst>
</file>

<file path=ppt/tags/tag58.xml><?xml version="1.0" encoding="utf-8"?>
<p:tagLst xmlns:p="http://schemas.openxmlformats.org/presentationml/2006/main">
  <p:tag name="KSO_WM_DIAGRAM_VIRTUALLY_FRAME" val="{&quot;height&quot;:360,&quot;left&quot;:60,&quot;top&quot;:140,&quot;width&quot;:840}"/>
</p:tagLst>
</file>

<file path=ppt/tags/tag59.xml><?xml version="1.0" encoding="utf-8"?>
<p:tagLst xmlns:p="http://schemas.openxmlformats.org/presentationml/2006/main">
  <p:tag name="KSO_WM_DIAGRAM_VIRTUALLY_FRAME" val="{&quot;height&quot;:360,&quot;left&quot;:60,&quot;top&quot;:140,&quot;width&quot;:840}"/>
</p:tagLst>
</file>

<file path=ppt/tags/tag60.xml><?xml version="1.0" encoding="utf-8"?>
<p:tagLst xmlns:p="http://schemas.openxmlformats.org/presentationml/2006/main">
  <p:tag name="KSO_WM_DIAGRAM_VIRTUALLY_FRAME" val="{&quot;height&quot;:360,&quot;left&quot;:60,&quot;top&quot;:140,&quot;width&quot;:840}"/>
</p:tagLst>
</file>

<file path=ppt/tags/tag61.xml><?xml version="1.0" encoding="utf-8"?>
<p:tagLst xmlns:p="http://schemas.openxmlformats.org/presentationml/2006/main">
  <p:tag name="KSO_WM_DIAGRAM_VIRTUALLY_FRAME" val="{&quot;height&quot;:360,&quot;left&quot;:60,&quot;top&quot;:140,&quot;width&quot;:840}"/>
</p:tagLst>
</file>

<file path=ppt/tags/tag62.xml><?xml version="1.0" encoding="utf-8"?>
<p:tagLst xmlns:p="http://schemas.openxmlformats.org/presentationml/2006/main">
  <p:tag name="KSO_WM_DIAGRAM_VIRTUALLY_FRAME" val="{&quot;height&quot;:360,&quot;left&quot;:60,&quot;top&quot;:140,&quot;width&quot;:840}"/>
</p:tagLst>
</file>

<file path=ppt/tags/tag63.xml><?xml version="1.0" encoding="utf-8"?>
<p:tagLst xmlns:p="http://schemas.openxmlformats.org/presentationml/2006/main">
  <p:tag name="KSO_WM_DIAGRAM_VIRTUALLY_FRAME" val="{&quot;height&quot;:360,&quot;left&quot;:60,&quot;top&quot;:140,&quot;width&quot;:840}"/>
</p:tagLst>
</file>

<file path=ppt/tags/tag64.xml><?xml version="1.0" encoding="utf-8"?>
<p:tagLst xmlns:p="http://schemas.openxmlformats.org/presentationml/2006/main">
  <p:tag name="KSO_WM_DIAGRAM_VIRTUALLY_FRAME" val="{&quot;height&quot;:280,&quot;left&quot;:60,&quot;top&quot;:160,&quot;width&quot;:840}"/>
</p:tagLst>
</file>

<file path=ppt/tags/tag65.xml><?xml version="1.0" encoding="utf-8"?>
<p:tagLst xmlns:p="http://schemas.openxmlformats.org/presentationml/2006/main">
  <p:tag name="KSO_WM_DIAGRAM_VIRTUALLY_FRAME" val="{&quot;height&quot;:280,&quot;left&quot;:60,&quot;top&quot;:160,&quot;width&quot;:840}"/>
</p:tagLst>
</file>

<file path=ppt/tags/tag66.xml><?xml version="1.0" encoding="utf-8"?>
<p:tagLst xmlns:p="http://schemas.openxmlformats.org/presentationml/2006/main">
  <p:tag name="KSO_WM_DIAGRAM_VIRTUALLY_FRAME" val="{&quot;height&quot;:360,&quot;left&quot;:60,&quot;top&quot;:140,&quot;width&quot;:840}"/>
</p:tagLst>
</file>

<file path=ppt/tags/tag67.xml><?xml version="1.0" encoding="utf-8"?>
<p:tagLst xmlns:p="http://schemas.openxmlformats.org/presentationml/2006/main">
  <p:tag name="KSO_WM_DIAGRAM_VIRTUALLY_FRAME" val="{&quot;height&quot;:360,&quot;left&quot;:60,&quot;top&quot;:140,&quot;width&quot;:840}"/>
</p:tagLst>
</file>

<file path=ppt/tags/tag68.xml><?xml version="1.0" encoding="utf-8"?>
<p:tagLst xmlns:p="http://schemas.openxmlformats.org/presentationml/2006/main">
  <p:tag name="KSO_WM_DIAGRAM_VIRTUALLY_FRAME" val="{&quot;height&quot;:360,&quot;left&quot;:60,&quot;top&quot;:140,&quot;width&quot;:840}"/>
</p:tagLst>
</file>

<file path=ppt/tags/tag69.xml><?xml version="1.0" encoding="utf-8"?>
<p:tagLst xmlns:p="http://schemas.openxmlformats.org/presentationml/2006/main">
  <p:tag name="KSO_WM_DIAGRAM_VIRTUALLY_FRAME" val="{&quot;height&quot;:360,&quot;left&quot;:60,&quot;top&quot;:140,&quot;width&quot;:840}"/>
</p:tagLst>
</file>

<file path=ppt/tags/tag70.xml><?xml version="1.0" encoding="utf-8"?>
<p:tagLst xmlns:p="http://schemas.openxmlformats.org/presentationml/2006/main">
  <p:tag name="KSO_WM_DIAGRAM_VIRTUALLY_FRAME" val="{&quot;height&quot;:360,&quot;left&quot;:60,&quot;top&quot;:140,&quot;width&quot;:840}"/>
</p:tagLst>
</file>

<file path=ppt/tags/tag71.xml><?xml version="1.0" encoding="utf-8"?>
<p:tagLst xmlns:p="http://schemas.openxmlformats.org/presentationml/2006/main">
  <p:tag name="KSO_WM_DIAGRAM_VIRTUALLY_FRAME" val="{&quot;height&quot;:360,&quot;left&quot;:60,&quot;top&quot;:140,&quot;width&quot;:840}"/>
</p:tagLst>
</file>

<file path=ppt/tags/tag72.xml><?xml version="1.0" encoding="utf-8"?>
<p:tagLst xmlns:p="http://schemas.openxmlformats.org/presentationml/2006/main">
  <p:tag name="KSO_WM_DIAGRAM_VIRTUALLY_FRAME" val="{&quot;height&quot;:360,&quot;left&quot;:60,&quot;top&quot;:140,&quot;width&quot;:840}"/>
</p:tagLst>
</file>

<file path=ppt/tags/tag73.xml><?xml version="1.0" encoding="utf-8"?>
<p:tagLst xmlns:p="http://schemas.openxmlformats.org/presentationml/2006/main">
  <p:tag name="KSO_WM_DIAGRAM_VIRTUALLY_FRAME" val="{&quot;height&quot;:280,&quot;left&quot;:60,&quot;top&quot;:160,&quot;width&quot;:840}"/>
</p:tagLst>
</file>

<file path=ppt/tags/tag74.xml><?xml version="1.0" encoding="utf-8"?>
<p:tagLst xmlns:p="http://schemas.openxmlformats.org/presentationml/2006/main">
  <p:tag name="KSO_WM_DIAGRAM_VIRTUALLY_FRAME" val="{&quot;height&quot;:280,&quot;left&quot;:60,&quot;top&quot;:160,&quot;width&quot;:840}"/>
</p:tagLst>
</file>

<file path=ppt/tags/tag75.xml><?xml version="1.0" encoding="utf-8"?>
<p:tagLst xmlns:p="http://schemas.openxmlformats.org/presentationml/2006/main">
  <p:tag name="KSO_WM_DIAGRAM_VIRTUALLY_FRAME" val="{&quot;height&quot;:280,&quot;left&quot;:60,&quot;top&quot;:160,&quot;width&quot;:840}"/>
</p:tagLst>
</file>

<file path=ppt/tags/tag76.xml><?xml version="1.0" encoding="utf-8"?>
<p:tagLst xmlns:p="http://schemas.openxmlformats.org/presentationml/2006/main">
  <p:tag name="KSO_WM_DIAGRAM_VIRTUALLY_FRAME" val="{&quot;height&quot;:360,&quot;left&quot;:60,&quot;top&quot;:140,&quot;width&quot;:840}"/>
</p:tagLst>
</file>

<file path=ppt/tags/tag77.xml><?xml version="1.0" encoding="utf-8"?>
<p:tagLst xmlns:p="http://schemas.openxmlformats.org/presentationml/2006/main">
  <p:tag name="KSO_WM_DIAGRAM_VIRTUALLY_FRAME" val="{&quot;height&quot;:360,&quot;left&quot;:60,&quot;top&quot;:140,&quot;width&quot;:840}"/>
</p:tagLst>
</file>

<file path=ppt/tags/tag78.xml><?xml version="1.0" encoding="utf-8"?>
<p:tagLst xmlns:p="http://schemas.openxmlformats.org/presentationml/2006/main">
  <p:tag name="KSO_WM_DIAGRAM_VIRTUALLY_FRAME" val="{&quot;height&quot;:360,&quot;left&quot;:60,&quot;top&quot;:140,&quot;width&quot;:840}"/>
</p:tagLst>
</file>

<file path=ppt/tags/tag79.xml><?xml version="1.0" encoding="utf-8"?>
<p:tagLst xmlns:p="http://schemas.openxmlformats.org/presentationml/2006/main">
  <p:tag name="KSO_WM_DIAGRAM_VIRTUALLY_FRAME" val="{&quot;height&quot;:360,&quot;left&quot;:60,&quot;top&quot;:140,&quot;width&quot;:840}"/>
</p:tagLst>
</file>

<file path=ppt/tags/tag80.xml><?xml version="1.0" encoding="utf-8"?>
<p:tagLst xmlns:p="http://schemas.openxmlformats.org/presentationml/2006/main">
  <p:tag name="KSO_WM_DIAGRAM_VIRTUALLY_FRAME" val="{&quot;height&quot;:360,&quot;left&quot;:60,&quot;top&quot;:140,&quot;width&quot;:840}"/>
</p:tagLst>
</file>

<file path=ppt/tags/tag81.xml><?xml version="1.0" encoding="utf-8"?>
<p:tagLst xmlns:p="http://schemas.openxmlformats.org/presentationml/2006/main">
  <p:tag name="KSO_WM_DIAGRAM_VIRTUALLY_FRAME" val="{&quot;height&quot;:360,&quot;left&quot;:60,&quot;top&quot;:140,&quot;width&quot;:840}"/>
</p:tagLst>
</file>

<file path=ppt/tags/tag82.xml><?xml version="1.0" encoding="utf-8"?>
<p:tagLst xmlns:p="http://schemas.openxmlformats.org/presentationml/2006/main">
  <p:tag name="KSO_WM_DIAGRAM_VIRTUALLY_FRAME" val="{&quot;height&quot;:360,&quot;left&quot;:60,&quot;top&quot;:140,&quot;width&quot;:840}"/>
</p:tagLst>
</file>

<file path=ppt/tags/tag83.xml><?xml version="1.0" encoding="utf-8"?>
<p:tagLst xmlns:p="http://schemas.openxmlformats.org/presentationml/2006/main">
  <p:tag name="KSO_WM_DIAGRAM_VIRTUALLY_FRAME" val="{&quot;height&quot;:360,&quot;left&quot;:60,&quot;top&quot;:140,&quot;width&quot;:840}"/>
</p:tagLst>
</file>

<file path=ppt/tags/tag84.xml><?xml version="1.0" encoding="utf-8"?>
<p:tagLst xmlns:p="http://schemas.openxmlformats.org/presentationml/2006/main">
  <p:tag name="KSO_WM_DIAGRAM_VIRTUALLY_FRAME" val="{&quot;height&quot;:360,&quot;left&quot;:60,&quot;top&quot;:140,&quot;width&quot;:840}"/>
</p:tagLst>
</file>

<file path=ppt/tags/tag85.xml><?xml version="1.0" encoding="utf-8"?>
<p:tagLst xmlns:p="http://schemas.openxmlformats.org/presentationml/2006/main">
  <p:tag name="KSO_WM_DIAGRAM_VIRTUALLY_FRAME" val="{&quot;height&quot;:360,&quot;left&quot;:60,&quot;top&quot;:140,&quot;width&quot;:840}"/>
</p:tagLst>
</file>

<file path=ppt/tags/tag86.xml><?xml version="1.0" encoding="utf-8"?>
<p:tagLst xmlns:p="http://schemas.openxmlformats.org/presentationml/2006/main">
  <p:tag name="KSO_WM_DIAGRAM_VIRTUALLY_FRAME" val="{&quot;height&quot;:360,&quot;left&quot;:60,&quot;top&quot;:140,&quot;width&quot;:840}"/>
</p:tagLst>
</file>

<file path=ppt/tags/tag87.xml><?xml version="1.0" encoding="utf-8"?>
<p:tagLst xmlns:p="http://schemas.openxmlformats.org/presentationml/2006/main">
  <p:tag name="KSO_WM_DIAGRAM_VIRTUALLY_FRAME" val="{&quot;height&quot;:360,&quot;left&quot;:60,&quot;top&quot;:140,&quot;width&quot;:840}"/>
</p:tagLst>
</file>

<file path=ppt/tags/tag88.xml><?xml version="1.0" encoding="utf-8"?>
<p:tagLst xmlns:p="http://schemas.openxmlformats.org/presentationml/2006/main">
  <p:tag name="KSO_WM_DIAGRAM_VIRTUALLY_FRAME" val="{&quot;height&quot;:360,&quot;left&quot;:60,&quot;top&quot;:140,&quot;width&quot;:840}"/>
</p:tagLst>
</file>

<file path=ppt/tags/tag89.xml><?xml version="1.0" encoding="utf-8"?>
<p:tagLst xmlns:p="http://schemas.openxmlformats.org/presentationml/2006/main">
  <p:tag name="KSO_WM_DIAGRAM_VIRTUALLY_FRAME" val="{&quot;height&quot;:360,&quot;left&quot;:60,&quot;top&quot;:140,&quot;width&quot;:840}"/>
</p:tagLst>
</file>

<file path=ppt/tags/tag90.xml><?xml version="1.0" encoding="utf-8"?>
<p:tagLst xmlns:p="http://schemas.openxmlformats.org/presentationml/2006/main">
  <p:tag name="KSO_WM_DIAGRAM_VIRTUALLY_FRAME" val="{&quot;height&quot;:360,&quot;left&quot;:60,&quot;top&quot;:140,&quot;width&quot;:840}"/>
</p:tagLst>
</file>

<file path=ppt/tags/tag91.xml><?xml version="1.0" encoding="utf-8"?>
<p:tagLst xmlns:p="http://schemas.openxmlformats.org/presentationml/2006/main">
  <p:tag name="KSO_WM_DIAGRAM_VIRTUALLY_FRAME" val="{&quot;height&quot;:360,&quot;left&quot;:60,&quot;top&quot;:140,&quot;width&quot;:840}"/>
</p:tagLst>
</file>

<file path=ppt/tags/tag92.xml><?xml version="1.0" encoding="utf-8"?>
<p:tagLst xmlns:p="http://schemas.openxmlformats.org/presentationml/2006/main">
  <p:tag name="KSO_WM_DIAGRAM_VIRTUALLY_FRAME" val="{&quot;height&quot;:360,&quot;left&quot;:60,&quot;top&quot;:140,&quot;width&quot;:840}"/>
</p:tagLst>
</file>

<file path=ppt/tags/tag93.xml><?xml version="1.0" encoding="utf-8"?>
<p:tagLst xmlns:p="http://schemas.openxmlformats.org/presentationml/2006/main">
  <p:tag name="KSO_WM_DIAGRAM_VIRTUALLY_FRAME" val="{&quot;height&quot;:280,&quot;left&quot;:60,&quot;top&quot;:160,&quot;width&quot;:840}"/>
</p:tagLst>
</file>

<file path=ppt/tags/tag94.xml><?xml version="1.0" encoding="utf-8"?>
<p:tagLst xmlns:p="http://schemas.openxmlformats.org/presentationml/2006/main">
  <p:tag name="KSO_WM_DIAGRAM_VIRTUALLY_FRAME" val="{&quot;height&quot;:280,&quot;left&quot;:60,&quot;top&quot;:160,&quot;width&quot;:840}"/>
</p:tagLst>
</file>

<file path=ppt/tags/tag95.xml><?xml version="1.0" encoding="utf-8"?>
<p:tagLst xmlns:p="http://schemas.openxmlformats.org/presentationml/2006/main">
  <p:tag name="KSO_WM_DIAGRAM_VIRTUALLY_FRAME" val="{&quot;height&quot;:360,&quot;left&quot;:60,&quot;top&quot;:140,&quot;width&quot;:840}"/>
</p:tagLst>
</file>

<file path=ppt/tags/tag96.xml><?xml version="1.0" encoding="utf-8"?>
<p:tagLst xmlns:p="http://schemas.openxmlformats.org/presentationml/2006/main">
  <p:tag name="KSO_WM_DIAGRAM_VIRTUALLY_FRAME" val="{&quot;height&quot;:360,&quot;left&quot;:60,&quot;top&quot;:140,&quot;width&quot;:840}"/>
</p:tagLst>
</file>

<file path=ppt/tags/tag97.xml><?xml version="1.0" encoding="utf-8"?>
<p:tagLst xmlns:p="http://schemas.openxmlformats.org/presentationml/2006/main">
  <p:tag name="KSO_WM_DIAGRAM_VIRTUALLY_FRAME" val="{&quot;height&quot;:360,&quot;left&quot;:60,&quot;top&quot;:140,&quot;width&quot;:840}"/>
</p:tagLst>
</file>

<file path=ppt/tags/tag98.xml><?xml version="1.0" encoding="utf-8"?>
<p:tagLst xmlns:p="http://schemas.openxmlformats.org/presentationml/2006/main">
  <p:tag name="KSO_WM_DIAGRAM_VIRTUALLY_FRAME" val="{&quot;height&quot;:360,&quot;left&quot;:60,&quot;top&quot;:140,&quot;width&quot;:840}"/>
</p:tagLst>
</file>

<file path=ppt/tags/tag99.xml><?xml version="1.0" encoding="utf-8"?>
<p:tagLst xmlns:p="http://schemas.openxmlformats.org/presentationml/2006/main">
  <p:tag name="KSO_WM_DIAGRAM_VIRTUALLY_FRAME" val="{&quot;height&quot;:360,&quot;left&quot;:60,&quot;top&quot;:140,&quot;width&quot;:840}"/>
</p:tagLst>
</file>

<file path=ppt/tags/tag100.xml><?xml version="1.0" encoding="utf-8"?>
<p:tagLst xmlns:p="http://schemas.openxmlformats.org/presentationml/2006/main">
  <p:tag name="KSO_WM_DIAGRAM_VIRTUALLY_FRAME" val="{&quot;height&quot;:360,&quot;left&quot;:60,&quot;top&quot;:140,&quot;width&quot;:840}"/>
</p:tagLst>
</file>

<file path=ppt/tags/tag101.xml><?xml version="1.0" encoding="utf-8"?>
<p:tagLst xmlns:p="http://schemas.openxmlformats.org/presentationml/2006/main">
  <p:tag name="KSO_WM_DIAGRAM_VIRTUALLY_FRAME" val="{&quot;height&quot;:360,&quot;left&quot;:60,&quot;top&quot;:140,&quot;width&quot;:840}"/>
</p:tagLst>
</file>

<file path=ppt/tags/tag102.xml><?xml version="1.0" encoding="utf-8"?>
<p:tagLst xmlns:p="http://schemas.openxmlformats.org/presentationml/2006/main">
  <p:tag name="KSO_WM_DIAGRAM_VIRTUALLY_FRAME" val="{&quot;height&quot;:360,&quot;left&quot;:60,&quot;top&quot;:140,&quot;width&quot;:840}"/>
</p:tagLst>
</file>

<file path=ppt/tags/tag103.xml><?xml version="1.0" encoding="utf-8"?>
<p:tagLst xmlns:p="http://schemas.openxmlformats.org/presentationml/2006/main">
  <p:tag name="KSO_WM_DIAGRAM_VIRTUALLY_FRAME" val="{&quot;height&quot;:280,&quot;left&quot;:60,&quot;top&quot;:160,&quot;width&quot;:840}"/>
</p:tagLst>
</file>

<file path=ppt/tags/tag104.xml><?xml version="1.0" encoding="utf-8"?>
<p:tagLst xmlns:p="http://schemas.openxmlformats.org/presentationml/2006/main">
  <p:tag name="KSO_WM_DIAGRAM_VIRTUALLY_FRAME" val="{&quot;height&quot;:280,&quot;left&quot;:60,&quot;top&quot;:160,&quot;width&quot;:840}"/>
</p:tagLst>
</file>

<file path=ppt/tags/tag105.xml><?xml version="1.0" encoding="utf-8"?>
<p:tagLst xmlns:p="http://schemas.openxmlformats.org/presentationml/2006/main">
  <p:tag name="KSO_WM_DIAGRAM_VIRTUALLY_FRAME" val="{&quot;height&quot;:360,&quot;left&quot;:52.75,&quot;top&quot;:140,&quot;width&quot;:847.25}"/>
</p:tagLst>
</file>

<file path=ppt/tags/tag106.xml><?xml version="1.0" encoding="utf-8"?>
<p:tagLst xmlns:p="http://schemas.openxmlformats.org/presentationml/2006/main">
  <p:tag name="KSO_WM_DIAGRAM_VIRTUALLY_FRAME" val="{&quot;height&quot;:360,&quot;left&quot;:52.75,&quot;top&quot;:140,&quot;width&quot;:847.25}"/>
</p:tagLst>
</file>

<file path=ppt/tags/tag107.xml><?xml version="1.0" encoding="utf-8"?>
<p:tagLst xmlns:p="http://schemas.openxmlformats.org/presentationml/2006/main">
  <p:tag name="KSO_WM_DIAGRAM_VIRTUALLY_FRAME" val="{&quot;height&quot;:360,&quot;left&quot;:52.75,&quot;top&quot;:140,&quot;width&quot;:847.25}"/>
</p:tagLst>
</file>

<file path=ppt/tags/tag108.xml><?xml version="1.0" encoding="utf-8"?>
<p:tagLst xmlns:p="http://schemas.openxmlformats.org/presentationml/2006/main">
  <p:tag name="KSO_WM_DIAGRAM_VIRTUALLY_FRAME" val="{&quot;height&quot;:360,&quot;left&quot;:52.75,&quot;top&quot;:140,&quot;width&quot;:847.25}"/>
</p:tagLst>
</file>

<file path=ppt/tags/tag109.xml><?xml version="1.0" encoding="utf-8"?>
<p:tagLst xmlns:p="http://schemas.openxmlformats.org/presentationml/2006/main">
  <p:tag name="KSO_WM_DIAGRAM_VIRTUALLY_FRAME" val="{&quot;height&quot;:360,&quot;left&quot;:52.75,&quot;top&quot;:140,&quot;width&quot;:847.25}"/>
</p:tagLst>
</file>

<file path=ppt/tags/tag110.xml><?xml version="1.0" encoding="utf-8"?>
<p:tagLst xmlns:p="http://schemas.openxmlformats.org/presentationml/2006/main">
  <p:tag name="KSO_WM_DIAGRAM_VIRTUALLY_FRAME" val="{&quot;height&quot;:360,&quot;left&quot;:52.75,&quot;top&quot;:140,&quot;width&quot;:847.25}"/>
</p:tagLst>
</file>

<file path=ppt/tags/tag111.xml><?xml version="1.0" encoding="utf-8"?>
<p:tagLst xmlns:p="http://schemas.openxmlformats.org/presentationml/2006/main">
  <p:tag name="KSO_WM_DIAGRAM_VIRTUALLY_FRAME" val="{&quot;height&quot;:360,&quot;left&quot;:52.75,&quot;top&quot;:140,&quot;width&quot;:847.25}"/>
</p:tagLst>
</file>

<file path=ppt/tags/tag112.xml><?xml version="1.0" encoding="utf-8"?>
<p:tagLst xmlns:p="http://schemas.openxmlformats.org/presentationml/2006/main">
  <p:tag name="KSO_WM_DIAGRAM_VIRTUALLY_FRAME" val="{&quot;height&quot;:360,&quot;left&quot;:52.75,&quot;top&quot;:140,&quot;width&quot;:847.25}"/>
</p:tagLst>
</file>

<file path=ppt/tags/tag113.xml><?xml version="1.0" encoding="utf-8"?>
<p:tagLst xmlns:p="http://schemas.openxmlformats.org/presentationml/2006/main">
  <p:tag name="KSO_WM_DIAGRAM_VIRTUALLY_FRAME" val="{&quot;height&quot;:280,&quot;left&quot;:60,&quot;top&quot;:160,&quot;width&quot;:840}"/>
</p:tagLst>
</file>

<file path=ppt/tags/tag114.xml><?xml version="1.0" encoding="utf-8"?>
<p:tagLst xmlns:p="http://schemas.openxmlformats.org/presentationml/2006/main">
  <p:tag name="KSO_WM_DIAGRAM_VIRTUALLY_FRAME" val="{&quot;height&quot;:280,&quot;left&quot;:60,&quot;top&quot;:160,&quot;width&quot;:840}"/>
</p:tagLst>
</file>

<file path=ppt/tags/tag115.xml><?xml version="1.0" encoding="utf-8"?>
<p:tagLst xmlns:p="http://schemas.openxmlformats.org/presentationml/2006/main">
  <p:tag name="KSO_WM_DIAGRAM_VIRTUALLY_FRAME" val="{&quot;height&quot;:360,&quot;left&quot;:52.75,&quot;top&quot;:140,&quot;width&quot;:847.25}"/>
</p:tagLst>
</file>

<file path=ppt/tags/tag116.xml><?xml version="1.0" encoding="utf-8"?>
<p:tagLst xmlns:p="http://schemas.openxmlformats.org/presentationml/2006/main">
  <p:tag name="KSO_WM_DIAGRAM_VIRTUALLY_FRAME" val="{&quot;height&quot;:360,&quot;left&quot;:52.75,&quot;top&quot;:140,&quot;width&quot;:847.25}"/>
</p:tagLst>
</file>

<file path=ppt/tags/tag117.xml><?xml version="1.0" encoding="utf-8"?>
<p:tagLst xmlns:p="http://schemas.openxmlformats.org/presentationml/2006/main">
  <p:tag name="KSO_WM_DIAGRAM_VIRTUALLY_FRAME" val="{&quot;height&quot;:360,&quot;left&quot;:52.75,&quot;top&quot;:140,&quot;width&quot;:847.25}"/>
</p:tagLst>
</file>

<file path=ppt/tags/tag118.xml><?xml version="1.0" encoding="utf-8"?>
<p:tagLst xmlns:p="http://schemas.openxmlformats.org/presentationml/2006/main">
  <p:tag name="KSO_WM_DIAGRAM_VIRTUALLY_FRAME" val="{&quot;height&quot;:360,&quot;left&quot;:52.75,&quot;top&quot;:140,&quot;width&quot;:847.25}"/>
</p:tagLst>
</file>

<file path=ppt/tags/tag119.xml><?xml version="1.0" encoding="utf-8"?>
<p:tagLst xmlns:p="http://schemas.openxmlformats.org/presentationml/2006/main">
  <p:tag name="KSO_WM_DIAGRAM_VIRTUALLY_FRAME" val="{&quot;height&quot;:360,&quot;left&quot;:52.75,&quot;top&quot;:140,&quot;width&quot;:847.25}"/>
</p:tagLst>
</file>

<file path=ppt/tags/tag120.xml><?xml version="1.0" encoding="utf-8"?>
<p:tagLst xmlns:p="http://schemas.openxmlformats.org/presentationml/2006/main">
  <p:tag name="KSO_WM_DIAGRAM_VIRTUALLY_FRAME" val="{&quot;height&quot;:360,&quot;left&quot;:52.75,&quot;top&quot;:140,&quot;width&quot;:847.25}"/>
</p:tagLst>
</file>

<file path=ppt/tags/tag121.xml><?xml version="1.0" encoding="utf-8"?>
<p:tagLst xmlns:p="http://schemas.openxmlformats.org/presentationml/2006/main">
  <p:tag name="KSO_WM_DIAGRAM_VIRTUALLY_FRAME" val="{&quot;height&quot;:360,&quot;left&quot;:52.75,&quot;top&quot;:140,&quot;width&quot;:847.25}"/>
</p:tagLst>
</file>

<file path=ppt/tags/tag122.xml><?xml version="1.0" encoding="utf-8"?>
<p:tagLst xmlns:p="http://schemas.openxmlformats.org/presentationml/2006/main">
  <p:tag name="KSO_WM_DIAGRAM_VIRTUALLY_FRAME" val="{&quot;height&quot;:360,&quot;left&quot;:52.75,&quot;top&quot;:140,&quot;width&quot;:847.25}"/>
</p:tagLst>
</file>

<file path=ppt/tags/tag123.xml><?xml version="1.0" encoding="utf-8"?>
<p:tagLst xmlns:p="http://schemas.openxmlformats.org/presentationml/2006/main">
  <p:tag name="KSO_WM_DIAGRAM_VIRTUALLY_FRAME" val="{&quot;height&quot;:280,&quot;left&quot;:60,&quot;top&quot;:160,&quot;width&quot;:840}"/>
</p:tagLst>
</file>

<file path=ppt/tags/tag124.xml><?xml version="1.0" encoding="utf-8"?>
<p:tagLst xmlns:p="http://schemas.openxmlformats.org/presentationml/2006/main">
  <p:tag name="KSO_WM_DIAGRAM_VIRTUALLY_FRAME" val="{&quot;height&quot;:280,&quot;left&quot;:60,&quot;top&quot;:160,&quot;width&quot;:840}"/>
</p:tagLst>
</file>

<file path=ppt/tags/tag125.xml><?xml version="1.0" encoding="utf-8"?>
<p:tagLst xmlns:p="http://schemas.openxmlformats.org/presentationml/2006/main">
  <p:tag name="KSO_WM_DIAGRAM_VIRTUALLY_FRAME" val="{&quot;height&quot;:360,&quot;left&quot;:52.75,&quot;top&quot;:140,&quot;width&quot;:847.25}"/>
</p:tagLst>
</file>

<file path=ppt/tags/tag126.xml><?xml version="1.0" encoding="utf-8"?>
<p:tagLst xmlns:p="http://schemas.openxmlformats.org/presentationml/2006/main">
  <p:tag name="KSO_WM_DIAGRAM_VIRTUALLY_FRAME" val="{&quot;height&quot;:360,&quot;left&quot;:52.75,&quot;top&quot;:140,&quot;width&quot;:847.25}"/>
</p:tagLst>
</file>

<file path=ppt/tags/tag127.xml><?xml version="1.0" encoding="utf-8"?>
<p:tagLst xmlns:p="http://schemas.openxmlformats.org/presentationml/2006/main">
  <p:tag name="KSO_WM_DIAGRAM_VIRTUALLY_FRAME" val="{&quot;height&quot;:360,&quot;left&quot;:52.75,&quot;top&quot;:140,&quot;width&quot;:847.25}"/>
</p:tagLst>
</file>

<file path=ppt/tags/tag128.xml><?xml version="1.0" encoding="utf-8"?>
<p:tagLst xmlns:p="http://schemas.openxmlformats.org/presentationml/2006/main">
  <p:tag name="KSO_WM_DIAGRAM_VIRTUALLY_FRAME" val="{&quot;height&quot;:360,&quot;left&quot;:52.75,&quot;top&quot;:140,&quot;width&quot;:847.25}"/>
</p:tagLst>
</file>

<file path=ppt/tags/tag129.xml><?xml version="1.0" encoding="utf-8"?>
<p:tagLst xmlns:p="http://schemas.openxmlformats.org/presentationml/2006/main">
  <p:tag name="KSO_WM_DIAGRAM_VIRTUALLY_FRAME" val="{&quot;height&quot;:360,&quot;left&quot;:52.75,&quot;top&quot;:140,&quot;width&quot;:847.25}"/>
</p:tagLst>
</file>

<file path=ppt/tags/tag130.xml><?xml version="1.0" encoding="utf-8"?>
<p:tagLst xmlns:p="http://schemas.openxmlformats.org/presentationml/2006/main">
  <p:tag name="KSO_WM_DIAGRAM_VIRTUALLY_FRAME" val="{&quot;height&quot;:360,&quot;left&quot;:52.75,&quot;top&quot;:140,&quot;width&quot;:847.25}"/>
</p:tagLst>
</file>

<file path=ppt/tags/tag131.xml><?xml version="1.0" encoding="utf-8"?>
<p:tagLst xmlns:p="http://schemas.openxmlformats.org/presentationml/2006/main">
  <p:tag name="KSO_WM_DIAGRAM_VIRTUALLY_FRAME" val="{&quot;height&quot;:360,&quot;left&quot;:52.75,&quot;top&quot;:140,&quot;width&quot;:847.25}"/>
</p:tagLst>
</file>

<file path=ppt/tags/tag132.xml><?xml version="1.0" encoding="utf-8"?>
<p:tagLst xmlns:p="http://schemas.openxmlformats.org/presentationml/2006/main">
  <p:tag name="KSO_WM_DIAGRAM_VIRTUALLY_FRAME" val="{&quot;height&quot;:360,&quot;left&quot;:52.75,&quot;top&quot;:140,&quot;width&quot;:847.25}"/>
</p:tagLst>
</file>

<file path=ppt/tags/tag133.xml><?xml version="1.0" encoding="utf-8"?>
<p:tagLst xmlns:p="http://schemas.openxmlformats.org/presentationml/2006/main">
  <p:tag name="KSO_WM_DIAGRAM_VIRTUALLY_FRAME" val="{&quot;height&quot;:360,&quot;left&quot;:52.75,&quot;top&quot;:140,&quot;width&quot;:847.25}"/>
</p:tagLst>
</file>

<file path=ppt/tags/tag134.xml><?xml version="1.0" encoding="utf-8"?>
<p:tagLst xmlns:p="http://schemas.openxmlformats.org/presentationml/2006/main">
  <p:tag name="KSO_WM_DIAGRAM_VIRTUALLY_FRAME" val="{&quot;height&quot;:360,&quot;left&quot;:52.75,&quot;top&quot;:140,&quot;width&quot;:847.2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1910</Words>
  <Application>WPS 演示</Application>
  <PresentationFormat/>
  <Paragraphs>185</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10</vt:i4>
      </vt:variant>
      <vt:variant>
        <vt:lpstr>幻灯片标题</vt:lpstr>
      </vt:variant>
      <vt:variant>
        <vt:i4>17</vt:i4>
      </vt:variant>
    </vt:vector>
  </HeadingPairs>
  <TitlesOfParts>
    <vt:vector size="34"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3_默认主题</vt:lpstr>
      <vt:lpstr>4_默认主题</vt:lpstr>
      <vt:lpstr>5_默认主题</vt:lpstr>
      <vt:lpstr>6_默认主题</vt:lpstr>
      <vt:lpstr>7_默认主题</vt:lpstr>
      <vt:lpstr>8_默认主题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云九音</cp:lastModifiedBy>
  <cp:revision>16</cp:revision>
  <dcterms:created xsi:type="dcterms:W3CDTF">2026-02-08T09:54:00Z</dcterms:created>
  <dcterms:modified xsi:type="dcterms:W3CDTF">2026-02-08T11:12:43Z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00EF86C5E25646E0A1B60E7B135CF2AF_13</vt:lpwstr>
  </property>
</Properties>
</file>